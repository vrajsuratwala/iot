
<file path=[Content_Types].xml><?xml version="1.0" encoding="utf-8"?>
<Types xmlns="http://schemas.openxmlformats.org/package/2006/content-types">
  <Default Extension="jpeg" ContentType="image/jpeg"/>
  <Default Extension="JPG" ContentType="image/.jpg"/>
  <Default Extension="png" ContentType="image/png"/>
  <Default Extension="rels" ContentType="application/vnd.openxmlformats-package.relationships+xml"/>
  <Default Extension="xml" ContentType="application/xml"/>
  <Override PartName="/docProps/app.xml" ContentType="application/vnd.openxmlformats-officedocument.extended-properties+xml"/>
  <Override PartName="/docProps/core.xml" ContentType="application/vnd.openxmlformats-package.core-properties+xml"/>
  <Override PartName="/docProps/custom.xml" ContentType="application/vnd.openxmlformats-officedocument.custom-properties+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tableStyles.xml" ContentType="application/vnd.openxmlformats-officedocument.presentationml.tableStyles+xml"/>
  <Override PartName="/ppt/tags/tag1.xml" ContentType="application/vnd.openxmlformats-officedocument.presentationml.tags+xml"/>
  <Override PartName="/ppt/tags/tag10.xml" ContentType="application/vnd.openxmlformats-officedocument.presentationml.tags+xml"/>
  <Override PartName="/ppt/tags/tag11.xml" ContentType="application/vnd.openxmlformats-officedocument.presentationml.tags+xml"/>
  <Override PartName="/ppt/tags/tag12.xml" ContentType="application/vnd.openxmlformats-officedocument.presentationml.tags+xml"/>
  <Override PartName="/ppt/tags/tag13.xml" ContentType="application/vnd.openxmlformats-officedocument.presentationml.tags+xml"/>
  <Override PartName="/ppt/tags/tag14.xml" ContentType="application/vnd.openxmlformats-officedocument.presentationml.tags+xml"/>
  <Override PartName="/ppt/tags/tag15.xml" ContentType="application/vnd.openxmlformats-officedocument.presentationml.tags+xml"/>
  <Override PartName="/ppt/tags/tag16.xml" ContentType="application/vnd.openxmlformats-officedocument.presentationml.tags+xml"/>
  <Override PartName="/ppt/tags/tag17.xml" ContentType="application/vnd.openxmlformats-officedocument.presentationml.tags+xml"/>
  <Override PartName="/ppt/tags/tag18.xml" ContentType="application/vnd.openxmlformats-officedocument.presentationml.tags+xml"/>
  <Override PartName="/ppt/tags/tag19.xml" ContentType="application/vnd.openxmlformats-officedocument.presentationml.tags+xml"/>
  <Override PartName="/ppt/tags/tag2.xml" ContentType="application/vnd.openxmlformats-officedocument.presentationml.tags+xml"/>
  <Override PartName="/ppt/tags/tag20.xml" ContentType="application/vnd.openxmlformats-officedocument.presentationml.tags+xml"/>
  <Override PartName="/ppt/tags/tag21.xml" ContentType="application/vnd.openxmlformats-officedocument.presentationml.tags+xml"/>
  <Override PartName="/ppt/tags/tag22.xml" ContentType="application/vnd.openxmlformats-officedocument.presentationml.tags+xml"/>
  <Override PartName="/ppt/tags/tag23.xml" ContentType="application/vnd.openxmlformats-officedocument.presentationml.tags+xml"/>
  <Override PartName="/ppt/tags/tag24.xml" ContentType="application/vnd.openxmlformats-officedocument.presentationml.tags+xml"/>
  <Override PartName="/ppt/tags/tag25.xml" ContentType="application/vnd.openxmlformats-officedocument.presentationml.tags+xml"/>
  <Override PartName="/ppt/tags/tag26.xml" ContentType="application/vnd.openxmlformats-officedocument.presentationml.tags+xml"/>
  <Override PartName="/ppt/tags/tag27.xml" ContentType="application/vnd.openxmlformats-officedocument.presentationml.tags+xml"/>
  <Override PartName="/ppt/tags/tag28.xml" ContentType="application/vnd.openxmlformats-officedocument.presentationml.tags+xml"/>
  <Override PartName="/ppt/tags/tag29.xml" ContentType="application/vnd.openxmlformats-officedocument.presentationml.tags+xml"/>
  <Override PartName="/ppt/tags/tag3.xml" ContentType="application/vnd.openxmlformats-officedocument.presentationml.tags+xml"/>
  <Override PartName="/ppt/tags/tag30.xml" ContentType="application/vnd.openxmlformats-officedocument.presentationml.tags+xml"/>
  <Override PartName="/ppt/tags/tag31.xml" ContentType="application/vnd.openxmlformats-officedocument.presentationml.tags+xml"/>
  <Override PartName="/ppt/tags/tag32.xml" ContentType="application/vnd.openxmlformats-officedocument.presentationml.tags+xml"/>
  <Override PartName="/ppt/tags/tag33.xml" ContentType="application/vnd.openxmlformats-officedocument.presentationml.tags+xml"/>
  <Override PartName="/ppt/tags/tag34.xml" ContentType="application/vnd.openxmlformats-officedocument.presentationml.tags+xml"/>
  <Override PartName="/ppt/tags/tag35.xml" ContentType="application/vnd.openxmlformats-officedocument.presentationml.tags+xml"/>
  <Override PartName="/ppt/tags/tag36.xml" ContentType="application/vnd.openxmlformats-officedocument.presentationml.tags+xml"/>
  <Override PartName="/ppt/tags/tag37.xml" ContentType="application/vnd.openxmlformats-officedocument.presentationml.tags+xml"/>
  <Override PartName="/ppt/tags/tag38.xml" ContentType="application/vnd.openxmlformats-officedocument.presentationml.tags+xml"/>
  <Override PartName="/ppt/tags/tag39.xml" ContentType="application/vnd.openxmlformats-officedocument.presentationml.tags+xml"/>
  <Override PartName="/ppt/tags/tag4.xml" ContentType="application/vnd.openxmlformats-officedocument.presentationml.tags+xml"/>
  <Override PartName="/ppt/tags/tag40.xml" ContentType="application/vnd.openxmlformats-officedocument.presentationml.tags+xml"/>
  <Override PartName="/ppt/tags/tag41.xml" ContentType="application/vnd.openxmlformats-officedocument.presentationml.tags+xml"/>
  <Override PartName="/ppt/tags/tag42.xml" ContentType="application/vnd.openxmlformats-officedocument.presentationml.tags+xml"/>
  <Override PartName="/ppt/tags/tag43.xml" ContentType="application/vnd.openxmlformats-officedocument.presentationml.tags+xml"/>
  <Override PartName="/ppt/tags/tag44.xml" ContentType="application/vnd.openxmlformats-officedocument.presentationml.tags+xml"/>
  <Override PartName="/ppt/tags/tag45.xml" ContentType="application/vnd.openxmlformats-officedocument.presentationml.tags+xml"/>
  <Override PartName="/ppt/tags/tag46.xml" ContentType="application/vnd.openxmlformats-officedocument.presentationml.tags+xml"/>
  <Override PartName="/ppt/tags/tag47.xml" ContentType="application/vnd.openxmlformats-officedocument.presentationml.tags+xml"/>
  <Override PartName="/ppt/tags/tag48.xml" ContentType="application/vnd.openxmlformats-officedocument.presentationml.tags+xml"/>
  <Override PartName="/ppt/tags/tag49.xml" ContentType="application/vnd.openxmlformats-officedocument.presentationml.tags+xml"/>
  <Override PartName="/ppt/tags/tag5.xml" ContentType="application/vnd.openxmlformats-officedocument.presentationml.tags+xml"/>
  <Override PartName="/ppt/tags/tag50.xml" ContentType="application/vnd.openxmlformats-officedocument.presentationml.tags+xml"/>
  <Override PartName="/ppt/tags/tag51.xml" ContentType="application/vnd.openxmlformats-officedocument.presentationml.tags+xml"/>
  <Override PartName="/ppt/tags/tag52.xml" ContentType="application/vnd.openxmlformats-officedocument.presentationml.tags+xml"/>
  <Override PartName="/ppt/tags/tag53.xml" ContentType="application/vnd.openxmlformats-officedocument.presentationml.tags+xml"/>
  <Override PartName="/ppt/tags/tag54.xml" ContentType="application/vnd.openxmlformats-officedocument.presentationml.tags+xml"/>
  <Override PartName="/ppt/tags/tag55.xml" ContentType="application/vnd.openxmlformats-officedocument.presentationml.tags+xml"/>
  <Override PartName="/ppt/tags/tag56.xml" ContentType="application/vnd.openxmlformats-officedocument.presentationml.tags+xml"/>
  <Override PartName="/ppt/tags/tag57.xml" ContentType="application/vnd.openxmlformats-officedocument.presentationml.tags+xml"/>
  <Override PartName="/ppt/tags/tag58.xml" ContentType="application/vnd.openxmlformats-officedocument.presentationml.tags+xml"/>
  <Override PartName="/ppt/tags/tag59.xml" ContentType="application/vnd.openxmlformats-officedocument.presentationml.tags+xml"/>
  <Override PartName="/ppt/tags/tag6.xml" ContentType="application/vnd.openxmlformats-officedocument.presentationml.tags+xml"/>
  <Override PartName="/ppt/tags/tag60.xml" ContentType="application/vnd.openxmlformats-officedocument.presentationml.tags+xml"/>
  <Override PartName="/ppt/tags/tag61.xml" ContentType="application/vnd.openxmlformats-officedocument.presentationml.tags+xml"/>
  <Override PartName="/ppt/tags/tag62.xml" ContentType="application/vnd.openxmlformats-officedocument.presentationml.tags+xml"/>
  <Override PartName="/ppt/tags/tag63.xml" ContentType="application/vnd.openxmlformats-officedocument.presentationml.tags+xml"/>
  <Override PartName="/ppt/tags/tag64.xml" ContentType="application/vnd.openxmlformats-officedocument.presentationml.tags+xml"/>
  <Override PartName="/ppt/tags/tag65.xml" ContentType="application/vnd.openxmlformats-officedocument.presentationml.tags+xml"/>
  <Override PartName="/ppt/tags/tag66.xml" ContentType="application/vnd.openxmlformats-officedocument.presentationml.tags+xml"/>
  <Override PartName="/ppt/tags/tag67.xml" ContentType="application/vnd.openxmlformats-officedocument.presentationml.tags+xml"/>
  <Override PartName="/ppt/tags/tag68.xml" ContentType="application/vnd.openxmlformats-officedocument.presentationml.tags+xml"/>
  <Override PartName="/ppt/tags/tag69.xml" ContentType="application/vnd.openxmlformats-officedocument.presentationml.tags+xml"/>
  <Override PartName="/ppt/tags/tag7.xml" ContentType="application/vnd.openxmlformats-officedocument.presentationml.tags+xml"/>
  <Override PartName="/ppt/tags/tag70.xml" ContentType="application/vnd.openxmlformats-officedocument.presentationml.tags+xml"/>
  <Override PartName="/ppt/tags/tag71.xml" ContentType="application/vnd.openxmlformats-officedocument.presentationml.tags+xml"/>
  <Override PartName="/ppt/tags/tag72.xml" ContentType="application/vnd.openxmlformats-officedocument.presentationml.tags+xml"/>
  <Override PartName="/ppt/tags/tag73.xml" ContentType="application/vnd.openxmlformats-officedocument.presentationml.tags+xml"/>
  <Override PartName="/ppt/tags/tag74.xml" ContentType="application/vnd.openxmlformats-officedocument.presentationml.tags+xml"/>
  <Override PartName="/ppt/tags/tag75.xml" ContentType="application/vnd.openxmlformats-officedocument.presentationml.tags+xml"/>
  <Override PartName="/ppt/tags/tag76.xml" ContentType="application/vnd.openxmlformats-officedocument.presentationml.tags+xml"/>
  <Override PartName="/ppt/tags/tag77.xml" ContentType="application/vnd.openxmlformats-officedocument.presentationml.tags+xml"/>
  <Override PartName="/ppt/tags/tag78.xml" ContentType="application/vnd.openxmlformats-officedocument.presentationml.tags+xml"/>
  <Override PartName="/ppt/tags/tag79.xml" ContentType="application/vnd.openxmlformats-officedocument.presentationml.tags+xml"/>
  <Override PartName="/ppt/tags/tag8.xml" ContentType="application/vnd.openxmlformats-officedocument.presentationml.tags+xml"/>
  <Override PartName="/ppt/tags/tag80.xml" ContentType="application/vnd.openxmlformats-officedocument.presentationml.tags+xml"/>
  <Override PartName="/ppt/tags/tag81.xml" ContentType="application/vnd.openxmlformats-officedocument.presentationml.tags+xml"/>
  <Override PartName="/ppt/tags/tag82.xml" ContentType="application/vnd.openxmlformats-officedocument.presentationml.tags+xml"/>
  <Override PartName="/ppt/tags/tag83.xml" ContentType="application/vnd.openxmlformats-officedocument.presentationml.tags+xml"/>
  <Override PartName="/ppt/tags/tag84.xml" ContentType="application/vnd.openxmlformats-officedocument.presentationml.tags+xml"/>
  <Override PartName="/ppt/tags/tag85.xml" ContentType="application/vnd.openxmlformats-officedocument.presentationml.tags+xml"/>
  <Override PartName="/ppt/tags/tag86.xml" ContentType="application/vnd.openxmlformats-officedocument.presentationml.tags+xml"/>
  <Override PartName="/ppt/tags/tag87.xml" ContentType="application/vnd.openxmlformats-officedocument.presentationml.tags+xml"/>
  <Override PartName="/ppt/tags/tag88.xml" ContentType="application/vnd.openxmlformats-officedocument.presentationml.tags+xml"/>
  <Override PartName="/ppt/tags/tag89.xml" ContentType="application/vnd.openxmlformats-officedocument.presentationml.tags+xml"/>
  <Override PartName="/ppt/tags/tag9.xml" ContentType="application/vnd.openxmlformats-officedocument.presentationml.tags+xml"/>
  <Override PartName="/ppt/tags/tag90.xml" ContentType="application/vnd.openxmlformats-officedocument.presentationml.tags+xml"/>
  <Override PartName="/ppt/tags/tag91.xml" ContentType="application/vnd.openxmlformats-officedocument.presentationml.tags+xml"/>
  <Override PartName="/ppt/tags/tag92.xml" ContentType="application/vnd.openxmlformats-officedocument.presentationml.tags+xml"/>
  <Override PartName="/ppt/tags/tag93.xml" ContentType="application/vnd.openxmlformats-officedocument.presentationml.tags+xml"/>
  <Override PartName="/ppt/tags/tag94.xml" ContentType="application/vnd.openxmlformats-officedocument.presentationml.tags+xml"/>
  <Override PartName="/ppt/tags/tag95.xml" ContentType="application/vnd.openxmlformats-officedocument.presentationml.tags+xml"/>
  <Override PartName="/ppt/tags/tag96.xml" ContentType="application/vnd.openxmlformats-officedocument.presentationml.tags+xml"/>
  <Override PartName="/ppt/tags/tag97.xml" ContentType="application/vnd.openxmlformats-officedocument.presentationml.tags+xml"/>
  <Override PartName="/ppt/tags/tag98.xml" ContentType="application/vnd.openxmlformats-officedocument.presentationml.tags+xml"/>
  <Override PartName="/ppt/tags/tag99.xml" ContentType="application/vnd.openxmlformats-officedocument.presentationml.tags+xml"/>
  <Override PartName="/ppt/theme/theme1.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4" Type="http://schemas.openxmlformats.org/package/2006/relationships/metadata/thumbnail" Target="docProps/thumbnail.jpeg"/><Relationship Id="rId3" Type="http://schemas.openxmlformats.org/package/2006/relationships/metadata/core-properties" Target="docProps/core.xml"/><Relationship Id="rId2" Type="http://schemas.openxmlformats.org/officeDocument/2006/relationships/extended-properties" Target="docProps/app.xml"/><Relationship Id="rId5" Type="http://schemas.openxmlformats.org/officeDocument/2006/relationships/custom-properties" Target="docProps/custom.xml"/></Relationships>
</file>

<file path=ppt/presentation.xml><?xml version="1.0" encoding="utf-8"?>
<p:presentation xmlns:a="http://schemas.openxmlformats.org/drawingml/2006/main" xmlns:r="http://schemas.openxmlformats.org/officeDocument/2006/relationships" xmlns:p="http://schemas.openxmlformats.org/presentationml/2006/main">
  <p:sldMasterIdLst>
    <p:sldMasterId id="2147483648" r:id="rId1"/>
  </p:sldMasterIdLst>
  <p:sldIdLst>
    <p:sldId id="256" r:id="rId3"/>
    <p:sldId id="257" r:id="rId4"/>
    <p:sldId id="258" r:id="rId5"/>
    <p:sldId id="259" r:id="rId6"/>
    <p:sldId id="260" r:id="rId7"/>
    <p:sldId id="261" r:id="rId8"/>
    <p:sldId id="262" r:id="rId9"/>
    <p:sldId id="263" r:id="rId10"/>
    <p:sldId id="264" r:id="rId11"/>
    <p:sldId id="265" r:id="rId12"/>
    <p:sldId id="266" r:id="rId13"/>
    <p:sldId id="267" r:id="rId14"/>
    <p:sldId id="269" r:id="rId15"/>
  </p:sldIdLst>
  <p:sldSz cx="12192000" cy="6858000"/>
  <p:notesSz cx="6858000" cy="9144000"/>
  <p:defaultTex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15:guide id="1" orient="horz" pos="2160" userDrawn="1">
          <p15:clr>
            <a:srgbClr val="A4A3A4"/>
          </p15:clr>
        </p15:guide>
        <p15:guide id="2" pos="3840" userDrawn="1">
          <p15:clr>
            <a:srgbClr val="A4A3A4"/>
          </p15:clr>
        </p15:guide>
      </p15:sldGuideLst>
    </p:ext>
  </p:extLst>
</p:presentation>
</file>

<file path=ppt/presProps.xml><?xml version="1.0" encoding="utf-8"?>
<p:presentationPr xmlns:a="http://schemas.openxmlformats.org/drawingml/2006/main" xmlns:r="http://schemas.openxmlformats.org/officeDocument/2006/relationships" xmlns:p="http://schemas.openxmlformats.org/presentationml/2006/main">
  <p:clrMru>
    <a:srgbClr val="FFFFFF"/>
    <a:srgbClr val="DCDCDC"/>
    <a:srgbClr val="F0F0F0"/>
    <a:srgbClr val="E6E6E6"/>
    <a:srgbClr val="C8C8C8"/>
    <a:srgbClr val="FAFAFA"/>
    <a:srgbClr val="BEBEBE"/>
  </p:clrMru>
  <p:extLst>
    <p:ext uri="{E76CE94A-603C-4142-B9EB-6D1370010A27}">
      <p14:discardImageEditData xmlns:p14="http://schemas.microsoft.com/office/powerpoint/2010/main" val="0"/>
    </p:ext>
    <p:ext uri="{D31A062A-798A-4329-ABDD-BBA856620510}">
      <p14:defaultImageDpi xmlns:p14="http://schemas.microsoft.com/office/powerpoint/2010/main" val="22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3778" autoAdjust="0"/>
    <p:restoredTop sz="94660"/>
  </p:normalViewPr>
  <p:slideViewPr>
    <p:cSldViewPr snapToGrid="0" showGuides="1">
      <p:cViewPr varScale="1">
        <p:scale>
          <a:sx n="99" d="100"/>
          <a:sy n="99" d="100"/>
        </p:scale>
        <p:origin x="84" y="582"/>
      </p:cViewPr>
      <p:guideLst>
        <p:guide orient="horz" pos="2160"/>
        <p:guide pos="3840"/>
      </p:guideLst>
    </p:cSldViewPr>
  </p:slideViewPr>
  <p:notesTextViewPr>
    <p:cViewPr>
      <p:scale>
        <a:sx n="3" d="2"/>
        <a:sy n="3" d="2"/>
      </p:scale>
      <p:origin x="0" y="0"/>
    </p:cViewPr>
  </p:notesTextViewPr>
  <p:notesViewPr>
    <p:cSldViewPr snapToGrid="0">
      <p:cViewPr varScale="1">
        <p:scale>
          <a:sx n="92" d="100"/>
          <a:sy n="92" d="100"/>
        </p:scale>
        <p:origin x="2550" y="102"/>
      </p:cViewPr>
      <p:guideLst/>
    </p:cSldViewPr>
  </p:notesViewPr>
  <p:gridSpacing cx="72008" cy="72008"/>
</p:viewPr>
</file>

<file path=ppt/_rels/presentation.xml.rels><?xml version="1.0" encoding="UTF-8" standalone="yes"?>
<Relationships xmlns="http://schemas.openxmlformats.org/package/2006/relationships"><Relationship Id="rId9" Type="http://schemas.openxmlformats.org/officeDocument/2006/relationships/slide" Target="slides/slide7.xml"/><Relationship Id="rId8" Type="http://schemas.openxmlformats.org/officeDocument/2006/relationships/slide" Target="slides/slide6.xml"/><Relationship Id="rId7" Type="http://schemas.openxmlformats.org/officeDocument/2006/relationships/slide" Target="slides/slide5.xml"/><Relationship Id="rId6" Type="http://schemas.openxmlformats.org/officeDocument/2006/relationships/slide" Target="slides/slide4.xml"/><Relationship Id="rId5" Type="http://schemas.openxmlformats.org/officeDocument/2006/relationships/slide" Target="slides/slide3.xml"/><Relationship Id="rId4" Type="http://schemas.openxmlformats.org/officeDocument/2006/relationships/slide" Target="slides/slide2.xml"/><Relationship Id="rId3" Type="http://schemas.openxmlformats.org/officeDocument/2006/relationships/slide" Target="slides/slide1.xml"/><Relationship Id="rId2" Type="http://schemas.openxmlformats.org/officeDocument/2006/relationships/theme" Target="theme/theme1.xml"/><Relationship Id="rId18" Type="http://schemas.openxmlformats.org/officeDocument/2006/relationships/tableStyles" Target="tableStyles.xml"/><Relationship Id="rId17" Type="http://schemas.openxmlformats.org/officeDocument/2006/relationships/viewProps" Target="viewProps.xml"/><Relationship Id="rId16" Type="http://schemas.openxmlformats.org/officeDocument/2006/relationships/presProps" Target="presProps.xml"/><Relationship Id="rId15" Type="http://schemas.openxmlformats.org/officeDocument/2006/relationships/slide" Target="slides/slide13.xml"/><Relationship Id="rId14" Type="http://schemas.openxmlformats.org/officeDocument/2006/relationships/slide" Target="slides/slide12.xml"/><Relationship Id="rId13" Type="http://schemas.openxmlformats.org/officeDocument/2006/relationships/slide" Target="slides/slide11.xml"/><Relationship Id="rId12" Type="http://schemas.openxmlformats.org/officeDocument/2006/relationships/slide" Target="slides/slide10.xml"/><Relationship Id="rId11" Type="http://schemas.openxmlformats.org/officeDocument/2006/relationships/slide" Target="slides/slide9.xml"/><Relationship Id="rId10" Type="http://schemas.openxmlformats.org/officeDocument/2006/relationships/slide" Target="slides/slide8.xml"/><Relationship Id="rId1" Type="http://schemas.openxmlformats.org/officeDocument/2006/relationships/slideMaster" Target="slideMasters/slideMaster1.xml"/></Relationships>
</file>

<file path=ppt/slideLayouts/_rels/slideLayout1.xml.rels><?xml version="1.0" encoding="UTF-8" standalone="yes"?>
<Relationships xmlns="http://schemas.openxmlformats.org/package/2006/relationships"><Relationship Id="rId6" Type="http://schemas.openxmlformats.org/officeDocument/2006/relationships/tags" Target="../tags/tag5.xml"/><Relationship Id="rId5" Type="http://schemas.openxmlformats.org/officeDocument/2006/relationships/tags" Target="../tags/tag4.xml"/><Relationship Id="rId4" Type="http://schemas.openxmlformats.org/officeDocument/2006/relationships/tags" Target="../tags/tag3.xml"/><Relationship Id="rId3" Type="http://schemas.openxmlformats.org/officeDocument/2006/relationships/tags" Target="../tags/tag2.xml"/><Relationship Id="rId2" Type="http://schemas.openxmlformats.org/officeDocument/2006/relationships/tags" Target="../tags/tag1.xml"/><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6" Type="http://schemas.openxmlformats.org/officeDocument/2006/relationships/tags" Target="../tags/tag10.xml"/><Relationship Id="rId5" Type="http://schemas.openxmlformats.org/officeDocument/2006/relationships/tags" Target="../tags/tag9.xml"/><Relationship Id="rId4" Type="http://schemas.openxmlformats.org/officeDocument/2006/relationships/tags" Target="../tags/tag8.xml"/><Relationship Id="rId3" Type="http://schemas.openxmlformats.org/officeDocument/2006/relationships/tags" Target="../tags/tag7.xml"/><Relationship Id="rId2" Type="http://schemas.openxmlformats.org/officeDocument/2006/relationships/tags" Target="../tags/tag6.xml"/><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6" Type="http://schemas.openxmlformats.org/officeDocument/2006/relationships/tags" Target="../tags/tag15.xml"/><Relationship Id="rId5" Type="http://schemas.openxmlformats.org/officeDocument/2006/relationships/tags" Target="../tags/tag14.xml"/><Relationship Id="rId4" Type="http://schemas.openxmlformats.org/officeDocument/2006/relationships/tags" Target="../tags/tag13.xml"/><Relationship Id="rId3" Type="http://schemas.openxmlformats.org/officeDocument/2006/relationships/tags" Target="../tags/tag12.xml"/><Relationship Id="rId2" Type="http://schemas.openxmlformats.org/officeDocument/2006/relationships/tags" Target="../tags/tag11.xml"/><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7" Type="http://schemas.openxmlformats.org/officeDocument/2006/relationships/tags" Target="../tags/tag21.xml"/><Relationship Id="rId6" Type="http://schemas.openxmlformats.org/officeDocument/2006/relationships/tags" Target="../tags/tag20.xml"/><Relationship Id="rId5" Type="http://schemas.openxmlformats.org/officeDocument/2006/relationships/tags" Target="../tags/tag19.xml"/><Relationship Id="rId4" Type="http://schemas.openxmlformats.org/officeDocument/2006/relationships/tags" Target="../tags/tag18.xml"/><Relationship Id="rId3" Type="http://schemas.openxmlformats.org/officeDocument/2006/relationships/tags" Target="../tags/tag17.xml"/><Relationship Id="rId2" Type="http://schemas.openxmlformats.org/officeDocument/2006/relationships/tags" Target="../tags/tag16.xml"/><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9" Type="http://schemas.openxmlformats.org/officeDocument/2006/relationships/tags" Target="../tags/tag29.xml"/><Relationship Id="rId8" Type="http://schemas.openxmlformats.org/officeDocument/2006/relationships/tags" Target="../tags/tag28.xml"/><Relationship Id="rId7" Type="http://schemas.openxmlformats.org/officeDocument/2006/relationships/tags" Target="../tags/tag27.xml"/><Relationship Id="rId6" Type="http://schemas.openxmlformats.org/officeDocument/2006/relationships/tags" Target="../tags/tag26.xml"/><Relationship Id="rId5" Type="http://schemas.openxmlformats.org/officeDocument/2006/relationships/tags" Target="../tags/tag25.xml"/><Relationship Id="rId4" Type="http://schemas.openxmlformats.org/officeDocument/2006/relationships/tags" Target="../tags/tag24.xml"/><Relationship Id="rId3" Type="http://schemas.openxmlformats.org/officeDocument/2006/relationships/tags" Target="../tags/tag23.xml"/><Relationship Id="rId2" Type="http://schemas.openxmlformats.org/officeDocument/2006/relationships/tags" Target="../tags/tag22.xml"/><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5" Type="http://schemas.openxmlformats.org/officeDocument/2006/relationships/tags" Target="../tags/tag33.xml"/><Relationship Id="rId4" Type="http://schemas.openxmlformats.org/officeDocument/2006/relationships/tags" Target="../tags/tag32.xml"/><Relationship Id="rId3" Type="http://schemas.openxmlformats.org/officeDocument/2006/relationships/tags" Target="../tags/tag31.xml"/><Relationship Id="rId2" Type="http://schemas.openxmlformats.org/officeDocument/2006/relationships/tags" Target="../tags/tag30.xml"/><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4" Type="http://schemas.openxmlformats.org/officeDocument/2006/relationships/tags" Target="../tags/tag36.xml"/><Relationship Id="rId3" Type="http://schemas.openxmlformats.org/officeDocument/2006/relationships/tags" Target="../tags/tag35.xml"/><Relationship Id="rId2" Type="http://schemas.openxmlformats.org/officeDocument/2006/relationships/tags" Target="../tags/tag34.xml"/><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7" Type="http://schemas.openxmlformats.org/officeDocument/2006/relationships/tags" Target="../tags/tag42.xml"/><Relationship Id="rId6" Type="http://schemas.openxmlformats.org/officeDocument/2006/relationships/tags" Target="../tags/tag41.xml"/><Relationship Id="rId5" Type="http://schemas.openxmlformats.org/officeDocument/2006/relationships/tags" Target="../tags/tag40.xml"/><Relationship Id="rId4" Type="http://schemas.openxmlformats.org/officeDocument/2006/relationships/tags" Target="../tags/tag39.xml"/><Relationship Id="rId3" Type="http://schemas.openxmlformats.org/officeDocument/2006/relationships/tags" Target="../tags/tag38.xml"/><Relationship Id="rId2" Type="http://schemas.openxmlformats.org/officeDocument/2006/relationships/tags" Target="../tags/tag37.xml"/><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6" Type="http://schemas.openxmlformats.org/officeDocument/2006/relationships/tags" Target="../tags/tag47.xml"/><Relationship Id="rId5" Type="http://schemas.openxmlformats.org/officeDocument/2006/relationships/tags" Target="../tags/tag46.xml"/><Relationship Id="rId4" Type="http://schemas.openxmlformats.org/officeDocument/2006/relationships/tags" Target="../tags/tag45.xml"/><Relationship Id="rId3" Type="http://schemas.openxmlformats.org/officeDocument/2006/relationships/tags" Target="../tags/tag44.xml"/><Relationship Id="rId2" Type="http://schemas.openxmlformats.org/officeDocument/2006/relationships/tags" Target="../tags/tag43.xml"/><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5" Type="http://schemas.openxmlformats.org/officeDocument/2006/relationships/tags" Target="../tags/tag51.xml"/><Relationship Id="rId4" Type="http://schemas.openxmlformats.org/officeDocument/2006/relationships/tags" Target="../tags/tag50.xml"/><Relationship Id="rId3" Type="http://schemas.openxmlformats.org/officeDocument/2006/relationships/tags" Target="../tags/tag49.xml"/><Relationship Id="rId2" Type="http://schemas.openxmlformats.org/officeDocument/2006/relationships/tags" Target="../tags/tag48.xml"/><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6" Type="http://schemas.openxmlformats.org/officeDocument/2006/relationships/tags" Target="../tags/tag56.xml"/><Relationship Id="rId5" Type="http://schemas.openxmlformats.org/officeDocument/2006/relationships/tags" Target="../tags/tag55.xml"/><Relationship Id="rId4" Type="http://schemas.openxmlformats.org/officeDocument/2006/relationships/tags" Target="../tags/tag54.xml"/><Relationship Id="rId3" Type="http://schemas.openxmlformats.org/officeDocument/2006/relationships/tags" Target="../tags/tag53.xml"/><Relationship Id="rId2" Type="http://schemas.openxmlformats.org/officeDocument/2006/relationships/tags" Target="../tags/tag52.xml"/><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custDataLst>
              <p:tags r:id="rId2"/>
            </p:custDataLst>
          </p:nvPr>
        </p:nvSpPr>
        <p:spPr>
          <a:xfrm>
            <a:off x="1198800" y="914400"/>
            <a:ext cx="9799200" cy="2570400"/>
          </a:xfrm>
        </p:spPr>
        <p:txBody>
          <a:bodyPr lIns="90000" tIns="46800" rIns="90000" bIns="46800" anchor="b" anchorCtr="0">
            <a:normAutofit/>
          </a:bodyPr>
          <a:lstStyle>
            <a:lvl1pPr algn="ctr">
              <a:defRPr sz="6000"/>
            </a:lvl1pPr>
          </a:lstStyle>
          <a:p>
            <a:r>
              <a:rPr lang="en-US" dirty="0"/>
              <a:t>Click to edit Master title style</a:t>
            </a:r>
            <a:endParaRPr lang="en-US" dirty="0"/>
          </a:p>
        </p:txBody>
      </p:sp>
      <p:sp>
        <p:nvSpPr>
          <p:cNvPr id="3" name="Subtitle 2"/>
          <p:cNvSpPr>
            <a:spLocks noGrp="1"/>
          </p:cNvSpPr>
          <p:nvPr>
            <p:ph type="subTitle" idx="1"/>
            <p:custDataLst>
              <p:tags r:id="rId3"/>
            </p:custDataLst>
          </p:nvPr>
        </p:nvSpPr>
        <p:spPr>
          <a:xfrm>
            <a:off x="1198800" y="3560400"/>
            <a:ext cx="9799200" cy="1472400"/>
          </a:xfrm>
        </p:spPr>
        <p:txBody>
          <a:bodyPr lIns="90000" tIns="46800" rIns="90000" bIns="46800">
            <a:normAutofit/>
          </a:bodyPr>
          <a:lstStyle>
            <a:lvl1pPr marL="0" indent="0" algn="ctr">
              <a:lnSpc>
                <a:spcPct val="110000"/>
              </a:lnSpc>
              <a:buNone/>
              <a:defRPr sz="2400" spc="200"/>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en-US" dirty="0"/>
              <a:t>Click to edit Master subtitle style</a:t>
            </a:r>
            <a:endParaRPr lang="en-US" dirty="0"/>
          </a:p>
        </p:txBody>
      </p:sp>
      <p:sp>
        <p:nvSpPr>
          <p:cNvPr id="16" name="Date Placeholder 15"/>
          <p:cNvSpPr>
            <a:spLocks noGrp="1"/>
          </p:cNvSpPr>
          <p:nvPr>
            <p:ph type="dt" sz="half" idx="10"/>
            <p:custDataLst>
              <p:tags r:id="rId4"/>
            </p:custDataLst>
          </p:nvPr>
        </p:nvSpPr>
        <p:spPr/>
        <p:txBody>
          <a:bodyPr/>
          <a:lstStyle/>
          <a:p>
            <a:fld id="{760FBDFE-C587-4B4C-A407-44438C67B59E}" type="datetimeFigureOut">
              <a:rPr lang="en-US" smtClean="0"/>
            </a:fld>
            <a:endParaRPr lang="en-US"/>
          </a:p>
        </p:txBody>
      </p:sp>
      <p:sp>
        <p:nvSpPr>
          <p:cNvPr id="17" name="Footer Placeholder 16"/>
          <p:cNvSpPr>
            <a:spLocks noGrp="1"/>
          </p:cNvSpPr>
          <p:nvPr>
            <p:ph type="ftr" sz="quarter" idx="11"/>
            <p:custDataLst>
              <p:tags r:id="rId5"/>
            </p:custDataLst>
          </p:nvPr>
        </p:nvSpPr>
        <p:spPr/>
        <p:txBody>
          <a:bodyPr/>
          <a:lstStyle/>
          <a:p>
            <a:endParaRPr lang="en-US" dirty="0"/>
          </a:p>
        </p:txBody>
      </p:sp>
      <p:sp>
        <p:nvSpPr>
          <p:cNvPr id="18" name="Slide Number Placeholder 17"/>
          <p:cNvSpPr>
            <a:spLocks noGrp="1"/>
          </p:cNvSpPr>
          <p:nvPr>
            <p:ph type="sldNum" sz="quarter" idx="12"/>
            <p:custDataLst>
              <p:tags r:id="rId6"/>
            </p:custDataLst>
          </p:nvPr>
        </p:nvSpPr>
        <p:spPr/>
        <p:txBody>
          <a:bodyPr/>
          <a:lstStyle/>
          <a:p>
            <a:fld id="{49AE70B2-8BF9-45C0-BB95-33D1B9D3A854}" type="slidenum">
              <a:rPr lang="en-US" smtClean="0"/>
            </a:fld>
            <a:endParaRPr lang="en-US" dirty="0"/>
          </a:p>
        </p:txBody>
      </p:sp>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custDataLst>
              <p:tags r:id="rId2"/>
            </p:custDataLst>
          </p:nvPr>
        </p:nvSpPr>
        <p:spPr>
          <a:xfrm>
            <a:off x="608400" y="608400"/>
            <a:ext cx="10969200" cy="705600"/>
          </a:xfrm>
        </p:spPr>
        <p:txBody>
          <a:bodyPr vert="horz" lIns="90000" tIns="46800" rIns="90000" bIns="46800" rtlCol="0" anchor="ctr" anchorCtr="0">
            <a:normAutofit/>
          </a:bodyPr>
          <a:lstStyle/>
          <a:p>
            <a:pPr lvl="0"/>
            <a:r>
              <a:rPr lang="en-US" smtClean="0"/>
              <a:t>Click to edit Master title style</a:t>
            </a:r>
            <a:endParaRPr lang="en-US"/>
          </a:p>
        </p:txBody>
      </p:sp>
      <p:sp>
        <p:nvSpPr>
          <p:cNvPr id="3" name="Content Placeholder 2"/>
          <p:cNvSpPr>
            <a:spLocks noGrp="1"/>
          </p:cNvSpPr>
          <p:nvPr>
            <p:ph idx="1"/>
            <p:custDataLst>
              <p:tags r:id="rId3"/>
            </p:custDataLst>
          </p:nvPr>
        </p:nvSpPr>
        <p:spPr>
          <a:xfrm>
            <a:off x="608400" y="1490400"/>
            <a:ext cx="10969200" cy="4759200"/>
          </a:xfrm>
        </p:spPr>
        <p:txBody>
          <a:bodyPr vert="horz" lIns="90000" tIns="46800" rIns="90000" bIns="46800" rtlCol="0">
            <a:normAutofit/>
          </a:bodyPr>
          <a:lstStyle/>
          <a:p>
            <a:pPr lvl="0"/>
            <a:r>
              <a:rPr lang="en-US" smtClean="0"/>
              <a:t>Click to edit Master text styles</a:t>
            </a:r>
            <a:endParaRPr lang="en-US" smtClean="0"/>
          </a:p>
          <a:p>
            <a:pPr lvl="1"/>
            <a:r>
              <a:rPr lang="en-US" smtClean="0"/>
              <a:t>Second level</a:t>
            </a:r>
            <a:endParaRPr lang="en-US" smtClean="0"/>
          </a:p>
          <a:p>
            <a:pPr lvl="2"/>
            <a:r>
              <a:rPr lang="en-US" smtClean="0"/>
              <a:t>Third level</a:t>
            </a:r>
            <a:endParaRPr lang="en-US" smtClean="0"/>
          </a:p>
          <a:p>
            <a:pPr lvl="3"/>
            <a:r>
              <a:rPr lang="en-US" smtClean="0"/>
              <a:t>Fourth level</a:t>
            </a:r>
            <a:endParaRPr lang="en-US" smtClean="0"/>
          </a:p>
          <a:p>
            <a:pPr lvl="4"/>
            <a:r>
              <a:rPr lang="en-US" smtClean="0"/>
              <a:t>Fifth level</a:t>
            </a:r>
            <a:endParaRPr lang="en-US"/>
          </a:p>
        </p:txBody>
      </p:sp>
      <p:sp>
        <p:nvSpPr>
          <p:cNvPr id="4" name="Date Placeholder 3"/>
          <p:cNvSpPr>
            <a:spLocks noGrp="1"/>
          </p:cNvSpPr>
          <p:nvPr>
            <p:ph type="dt" sz="half" idx="10"/>
            <p:custDataLst>
              <p:tags r:id="rId4"/>
            </p:custDataLst>
          </p:nvPr>
        </p:nvSpPr>
        <p:spPr/>
        <p:txBody>
          <a:bodyPr/>
          <a:lstStyle/>
          <a:p>
            <a:fld id="{760FBDFE-C587-4B4C-A407-44438C67B59E}" type="datetimeFigureOut">
              <a:rPr lang="en-US" smtClean="0"/>
            </a:fld>
            <a:endParaRPr lang="en-US"/>
          </a:p>
        </p:txBody>
      </p:sp>
      <p:sp>
        <p:nvSpPr>
          <p:cNvPr id="5" name="Footer Placeholder 4"/>
          <p:cNvSpPr>
            <a:spLocks noGrp="1"/>
          </p:cNvSpPr>
          <p:nvPr>
            <p:ph type="ftr" sz="quarter" idx="11"/>
            <p:custDataLst>
              <p:tags r:id="rId5"/>
            </p:custDataLst>
          </p:nvPr>
        </p:nvSpPr>
        <p:spPr/>
        <p:txBody>
          <a:bodyPr/>
          <a:lstStyle/>
          <a:p>
            <a:endParaRPr lang="en-US"/>
          </a:p>
        </p:txBody>
      </p:sp>
      <p:sp>
        <p:nvSpPr>
          <p:cNvPr id="6" name="Slide Number Placeholder 5"/>
          <p:cNvSpPr>
            <a:spLocks noGrp="1"/>
          </p:cNvSpPr>
          <p:nvPr>
            <p:ph type="sldNum" sz="quarter" idx="12"/>
            <p:custDataLst>
              <p:tags r:id="rId6"/>
            </p:custDataLst>
          </p:nvPr>
        </p:nvSpPr>
        <p:spPr/>
        <p:txBody>
          <a:bodyPr/>
          <a:lstStyle/>
          <a:p>
            <a:fld id="{49AE70B2-8BF9-45C0-BB95-33D1B9D3A854}" type="slidenum">
              <a:rPr lang="en-US" smtClean="0"/>
            </a:fld>
            <a:endParaRPr lang="en-US"/>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hasCustomPrompt="1"/>
            <p:custDataLst>
              <p:tags r:id="rId2"/>
            </p:custDataLst>
          </p:nvPr>
        </p:nvSpPr>
        <p:spPr>
          <a:xfrm>
            <a:off x="1990800" y="3848400"/>
            <a:ext cx="7768800" cy="766800"/>
          </a:xfrm>
        </p:spPr>
        <p:txBody>
          <a:bodyPr lIns="90000" tIns="46800" rIns="90000" bIns="46800" anchor="b" anchorCtr="0">
            <a:normAutofit/>
          </a:bodyPr>
          <a:lstStyle>
            <a:lvl1pPr>
              <a:defRPr sz="4400"/>
            </a:lvl1pPr>
          </a:lstStyle>
          <a:p>
            <a:r>
              <a:rPr lang="en-US" dirty="0"/>
              <a:t>Click to edit title</a:t>
            </a:r>
            <a:endParaRPr lang="en-US" dirty="0"/>
          </a:p>
        </p:txBody>
      </p:sp>
      <p:sp>
        <p:nvSpPr>
          <p:cNvPr id="3" name="Text Placeholder 2"/>
          <p:cNvSpPr>
            <a:spLocks noGrp="1"/>
          </p:cNvSpPr>
          <p:nvPr>
            <p:ph type="body" idx="1" hasCustomPrompt="1"/>
            <p:custDataLst>
              <p:tags r:id="rId3"/>
            </p:custDataLst>
          </p:nvPr>
        </p:nvSpPr>
        <p:spPr>
          <a:xfrm>
            <a:off x="1990800" y="4615200"/>
            <a:ext cx="7768800" cy="867600"/>
          </a:xfrm>
        </p:spPr>
        <p:txBody>
          <a:bodyPr lIns="90000" tIns="46800" rIns="90000" bIns="46800">
            <a:normAutofit/>
          </a:bodyPr>
          <a:lstStyle>
            <a:lvl1pPr marL="0" indent="0">
              <a:buNone/>
              <a:defRPr sz="1800">
                <a:solidFill>
                  <a:schemeClr val="tx1">
                    <a:lumMod val="65000"/>
                    <a:lumOff val="35000"/>
                  </a:schemeClr>
                </a:solidFill>
              </a:defRPr>
            </a:lvl1pPr>
            <a:lvl2pPr marL="457200" indent="0">
              <a:buNone/>
              <a:defRPr sz="1600">
                <a:solidFill>
                  <a:schemeClr val="tx1">
                    <a:tint val="75000"/>
                  </a:schemeClr>
                </a:solidFill>
              </a:defRPr>
            </a:lvl2pPr>
            <a:lvl3pPr marL="914400" indent="0">
              <a:buNone/>
              <a:defRPr sz="1600">
                <a:solidFill>
                  <a:schemeClr val="tx1">
                    <a:tint val="75000"/>
                  </a:schemeClr>
                </a:solidFill>
              </a:defRPr>
            </a:lvl3pPr>
            <a:lvl4pPr marL="1371600" indent="0">
              <a:buNone/>
              <a:defRPr sz="1600">
                <a:solidFill>
                  <a:schemeClr val="tx1">
                    <a:tint val="75000"/>
                  </a:schemeClr>
                </a:solidFill>
              </a:defRPr>
            </a:lvl4pPr>
            <a:lvl5pPr marL="1828800" indent="0">
              <a:buNone/>
              <a:defRPr sz="1600">
                <a:solidFill>
                  <a:schemeClr val="tx1">
                    <a:tint val="75000"/>
                  </a:schemeClr>
                </a:solidFill>
              </a:defRPr>
            </a:lvl5pPr>
            <a:lvl6pPr marL="2286000" indent="0">
              <a:buNone/>
              <a:defRPr sz="1600">
                <a:solidFill>
                  <a:schemeClr val="tx1">
                    <a:tint val="75000"/>
                  </a:schemeClr>
                </a:solidFill>
              </a:defRPr>
            </a:lvl6pPr>
            <a:lvl7pPr marL="2743200" indent="0">
              <a:buNone/>
              <a:defRPr sz="1600">
                <a:solidFill>
                  <a:schemeClr val="tx1">
                    <a:tint val="75000"/>
                  </a:schemeClr>
                </a:solidFill>
              </a:defRPr>
            </a:lvl7pPr>
            <a:lvl8pPr marL="3200400" indent="0">
              <a:buNone/>
              <a:defRPr sz="1600">
                <a:solidFill>
                  <a:schemeClr val="tx1">
                    <a:tint val="75000"/>
                  </a:schemeClr>
                </a:solidFill>
              </a:defRPr>
            </a:lvl8pPr>
            <a:lvl9pPr marL="3657600" indent="0">
              <a:buNone/>
              <a:defRPr sz="1600">
                <a:solidFill>
                  <a:schemeClr val="tx1">
                    <a:tint val="75000"/>
                  </a:schemeClr>
                </a:solidFill>
              </a:defRPr>
            </a:lvl9pPr>
          </a:lstStyle>
          <a:p>
            <a:pPr lvl="0"/>
            <a:r>
              <a:rPr lang="en-US" dirty="0"/>
              <a:t>Click to edit text</a:t>
            </a:r>
            <a:endParaRPr lang="en-US" dirty="0"/>
          </a:p>
        </p:txBody>
      </p:sp>
      <p:sp>
        <p:nvSpPr>
          <p:cNvPr id="4" name="Date Placeholder 3"/>
          <p:cNvSpPr>
            <a:spLocks noGrp="1"/>
          </p:cNvSpPr>
          <p:nvPr>
            <p:ph type="dt" sz="half" idx="10"/>
            <p:custDataLst>
              <p:tags r:id="rId4"/>
            </p:custDataLst>
          </p:nvPr>
        </p:nvSpPr>
        <p:spPr/>
        <p:txBody>
          <a:bodyPr/>
          <a:lstStyle/>
          <a:p>
            <a:fld id="{760FBDFE-C587-4B4C-A407-44438C67B59E}" type="datetimeFigureOut">
              <a:rPr lang="en-US" smtClean="0"/>
            </a:fld>
            <a:endParaRPr lang="en-US"/>
          </a:p>
        </p:txBody>
      </p:sp>
      <p:sp>
        <p:nvSpPr>
          <p:cNvPr id="5" name="Footer Placeholder 4"/>
          <p:cNvSpPr>
            <a:spLocks noGrp="1"/>
          </p:cNvSpPr>
          <p:nvPr>
            <p:ph type="ftr" sz="quarter" idx="11"/>
            <p:custDataLst>
              <p:tags r:id="rId5"/>
            </p:custDataLst>
          </p:nvPr>
        </p:nvSpPr>
        <p:spPr/>
        <p:txBody>
          <a:bodyPr/>
          <a:lstStyle/>
          <a:p>
            <a:endParaRPr lang="en-US"/>
          </a:p>
        </p:txBody>
      </p:sp>
      <p:sp>
        <p:nvSpPr>
          <p:cNvPr id="6" name="Slide Number Placeholder 5"/>
          <p:cNvSpPr>
            <a:spLocks noGrp="1"/>
          </p:cNvSpPr>
          <p:nvPr>
            <p:ph type="sldNum" sz="quarter" idx="12"/>
            <p:custDataLst>
              <p:tags r:id="rId6"/>
            </p:custDataLst>
          </p:nvPr>
        </p:nvSpPr>
        <p:spPr/>
        <p:txBody>
          <a:bodyPr/>
          <a:lstStyle/>
          <a:p>
            <a:fld id="{49AE70B2-8BF9-45C0-BB95-33D1B9D3A854}" type="slidenum">
              <a:rPr lang="en-US" smtClean="0"/>
            </a:fld>
            <a:endParaRPr lang="en-US"/>
          </a:p>
        </p:txBody>
      </p:sp>
    </p:spTree>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custDataLst>
              <p:tags r:id="rId2"/>
            </p:custDataLst>
          </p:nvPr>
        </p:nvSpPr>
        <p:spPr>
          <a:xfrm>
            <a:off x="608400" y="608400"/>
            <a:ext cx="10969200" cy="705600"/>
          </a:xfrm>
        </p:spPr>
        <p:txBody>
          <a:bodyPr vert="horz" lIns="90000" tIns="46800" rIns="90000" bIns="46800" rtlCol="0" anchor="ctr" anchorCtr="0">
            <a:normAutofit/>
          </a:bodyPr>
          <a:lstStyle/>
          <a:p>
            <a:pPr lvl="0"/>
            <a:r>
              <a:rPr lang="en-US" smtClean="0"/>
              <a:t>Click to edit Master title style</a:t>
            </a:r>
            <a:endParaRPr lang="en-US"/>
          </a:p>
        </p:txBody>
      </p:sp>
      <p:sp>
        <p:nvSpPr>
          <p:cNvPr id="3" name="Content Placeholder 2"/>
          <p:cNvSpPr>
            <a:spLocks noGrp="1"/>
          </p:cNvSpPr>
          <p:nvPr>
            <p:ph sz="half" idx="1"/>
            <p:custDataLst>
              <p:tags r:id="rId3"/>
            </p:custDataLst>
          </p:nvPr>
        </p:nvSpPr>
        <p:spPr>
          <a:xfrm>
            <a:off x="608400" y="1501200"/>
            <a:ext cx="5176800" cy="4748400"/>
          </a:xfrm>
        </p:spPr>
        <p:txBody>
          <a:bodyPr vert="horz" lIns="90000" tIns="46800" rIns="90000" bIns="46800" rtlCol="0">
            <a:normAutofit/>
          </a:bodyPr>
          <a:lstStyle/>
          <a:p>
            <a:pPr lvl="0"/>
            <a:r>
              <a:rPr lang="en-US" smtClean="0"/>
              <a:t>Click to edit Master text styles</a:t>
            </a:r>
            <a:endParaRPr lang="en-US" smtClean="0"/>
          </a:p>
          <a:p>
            <a:pPr lvl="1"/>
            <a:r>
              <a:rPr lang="en-US" smtClean="0"/>
              <a:t>Second level</a:t>
            </a:r>
            <a:endParaRPr lang="en-US" smtClean="0"/>
          </a:p>
          <a:p>
            <a:pPr lvl="2"/>
            <a:r>
              <a:rPr lang="en-US" smtClean="0"/>
              <a:t>Third level</a:t>
            </a:r>
            <a:endParaRPr lang="en-US" smtClean="0"/>
          </a:p>
          <a:p>
            <a:pPr lvl="3"/>
            <a:r>
              <a:rPr lang="en-US" smtClean="0"/>
              <a:t>Fourth level</a:t>
            </a:r>
            <a:endParaRPr lang="en-US" smtClean="0"/>
          </a:p>
          <a:p>
            <a:pPr lvl="4"/>
            <a:r>
              <a:rPr lang="en-US" smtClean="0"/>
              <a:t>Fifth level</a:t>
            </a:r>
            <a:endParaRPr lang="en-US"/>
          </a:p>
        </p:txBody>
      </p:sp>
      <p:sp>
        <p:nvSpPr>
          <p:cNvPr id="4" name="Content Placeholder 3"/>
          <p:cNvSpPr>
            <a:spLocks noGrp="1"/>
          </p:cNvSpPr>
          <p:nvPr>
            <p:ph sz="half" idx="2"/>
            <p:custDataLst>
              <p:tags r:id="rId4"/>
            </p:custDataLst>
          </p:nvPr>
        </p:nvSpPr>
        <p:spPr>
          <a:xfrm>
            <a:off x="6411600" y="1501200"/>
            <a:ext cx="5176800" cy="4748400"/>
          </a:xfrm>
        </p:spPr>
        <p:txBody>
          <a:bodyPr lIns="90000" tIns="46800" rIns="90000" bIns="46800">
            <a:normAutofit/>
          </a:bodyPr>
          <a:lstStyle/>
          <a:p>
            <a:pPr lvl="0"/>
            <a:r>
              <a:rPr lang="en-US" dirty="0"/>
              <a:t>Click to edit Master text styles</a:t>
            </a:r>
            <a:endParaRPr lang="en-US" dirty="0"/>
          </a:p>
          <a:p>
            <a:pPr lvl="1"/>
            <a:r>
              <a:rPr lang="en-US" dirty="0"/>
              <a:t>Second level</a:t>
            </a:r>
            <a:endParaRPr lang="en-US" dirty="0"/>
          </a:p>
          <a:p>
            <a:pPr lvl="2"/>
            <a:r>
              <a:rPr lang="en-US" dirty="0"/>
              <a:t>Third level</a:t>
            </a:r>
            <a:endParaRPr lang="en-US" dirty="0"/>
          </a:p>
          <a:p>
            <a:pPr lvl="3"/>
            <a:r>
              <a:rPr lang="en-US" dirty="0"/>
              <a:t>Fourth level</a:t>
            </a:r>
            <a:endParaRPr lang="en-US" dirty="0"/>
          </a:p>
          <a:p>
            <a:pPr lvl="4"/>
            <a:r>
              <a:rPr lang="en-US" dirty="0"/>
              <a:t>Fifth level</a:t>
            </a:r>
            <a:endParaRPr lang="en-US" dirty="0"/>
          </a:p>
        </p:txBody>
      </p:sp>
      <p:sp>
        <p:nvSpPr>
          <p:cNvPr id="5" name="Date Placeholder 4"/>
          <p:cNvSpPr>
            <a:spLocks noGrp="1"/>
          </p:cNvSpPr>
          <p:nvPr>
            <p:ph type="dt" sz="half" idx="10"/>
            <p:custDataLst>
              <p:tags r:id="rId5"/>
            </p:custDataLst>
          </p:nvPr>
        </p:nvSpPr>
        <p:spPr/>
        <p:txBody>
          <a:bodyPr/>
          <a:lstStyle/>
          <a:p>
            <a:fld id="{760FBDFE-C587-4B4C-A407-44438C67B59E}" type="datetimeFigureOut">
              <a:rPr lang="en-US" smtClean="0"/>
            </a:fld>
            <a:endParaRPr lang="en-US"/>
          </a:p>
        </p:txBody>
      </p:sp>
      <p:sp>
        <p:nvSpPr>
          <p:cNvPr id="6" name="Footer Placeholder 5"/>
          <p:cNvSpPr>
            <a:spLocks noGrp="1"/>
          </p:cNvSpPr>
          <p:nvPr>
            <p:ph type="ftr" sz="quarter" idx="11"/>
            <p:custDataLst>
              <p:tags r:id="rId6"/>
            </p:custDataLst>
          </p:nvPr>
        </p:nvSpPr>
        <p:spPr/>
        <p:txBody>
          <a:bodyPr/>
          <a:lstStyle/>
          <a:p>
            <a:endParaRPr lang="en-US"/>
          </a:p>
        </p:txBody>
      </p:sp>
      <p:sp>
        <p:nvSpPr>
          <p:cNvPr id="7" name="Slide Number Placeholder 6"/>
          <p:cNvSpPr>
            <a:spLocks noGrp="1"/>
          </p:cNvSpPr>
          <p:nvPr>
            <p:ph type="sldNum" sz="quarter" idx="12"/>
            <p:custDataLst>
              <p:tags r:id="rId7"/>
            </p:custDataLst>
          </p:nvPr>
        </p:nvSpPr>
        <p:spPr/>
        <p:txBody>
          <a:bodyPr/>
          <a:lstStyle/>
          <a:p>
            <a:fld id="{49AE70B2-8BF9-45C0-BB95-33D1B9D3A854}" type="slidenum">
              <a:rPr lang="en-US" smtClean="0"/>
            </a:fld>
            <a:endParaRPr lang="en-US"/>
          </a:p>
        </p:txBody>
      </p:sp>
    </p:spTree>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custDataLst>
              <p:tags r:id="rId2"/>
            </p:custDataLst>
          </p:nvPr>
        </p:nvSpPr>
        <p:spPr>
          <a:xfrm>
            <a:off x="608400" y="608400"/>
            <a:ext cx="10969200" cy="705600"/>
          </a:xfrm>
        </p:spPr>
        <p:txBody>
          <a:bodyPr vert="horz" lIns="90000" tIns="46800" rIns="90000" bIns="46800" rtlCol="0" anchor="ctr" anchorCtr="0">
            <a:normAutofit/>
          </a:bodyPr>
          <a:lstStyle/>
          <a:p>
            <a:pPr lvl="0"/>
            <a:r>
              <a:rPr lang="en-US" smtClean="0"/>
              <a:t>Click to edit Master title style</a:t>
            </a:r>
            <a:endParaRPr lang="en-US"/>
          </a:p>
        </p:txBody>
      </p:sp>
      <p:sp>
        <p:nvSpPr>
          <p:cNvPr id="3" name="Text Placeholder 2"/>
          <p:cNvSpPr>
            <a:spLocks noGrp="1"/>
          </p:cNvSpPr>
          <p:nvPr>
            <p:ph type="body" idx="1" hasCustomPrompt="1"/>
            <p:custDataLst>
              <p:tags r:id="rId3"/>
            </p:custDataLst>
          </p:nvPr>
        </p:nvSpPr>
        <p:spPr>
          <a:xfrm>
            <a:off x="608400" y="1429200"/>
            <a:ext cx="5342400" cy="381600"/>
          </a:xfrm>
        </p:spPr>
        <p:txBody>
          <a:bodyPr lIns="101600" tIns="38100" rIns="76200" bIns="38100" anchor="t" anchorCtr="0">
            <a:normAutofit/>
          </a:bodyPr>
          <a:lstStyle>
            <a:lvl1pPr marL="0" indent="0">
              <a:lnSpc>
                <a:spcPct val="100000"/>
              </a:lnSpc>
              <a:buNone/>
              <a:defRPr sz="2000" b="1" spc="200">
                <a:solidFill>
                  <a:schemeClr val="tx1">
                    <a:lumMod val="75000"/>
                    <a:lumOff val="25000"/>
                  </a:schemeClr>
                </a:solidFill>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dirty="0"/>
              <a:t>Click to edit text</a:t>
            </a:r>
            <a:endParaRPr lang="en-US" dirty="0"/>
          </a:p>
        </p:txBody>
      </p:sp>
      <p:sp>
        <p:nvSpPr>
          <p:cNvPr id="4" name="Content Placeholder 3"/>
          <p:cNvSpPr>
            <a:spLocks noGrp="1"/>
          </p:cNvSpPr>
          <p:nvPr>
            <p:ph sz="half" idx="2"/>
            <p:custDataLst>
              <p:tags r:id="rId4"/>
            </p:custDataLst>
          </p:nvPr>
        </p:nvSpPr>
        <p:spPr>
          <a:xfrm>
            <a:off x="608400" y="1854000"/>
            <a:ext cx="5342400" cy="4395600"/>
          </a:xfrm>
        </p:spPr>
        <p:txBody>
          <a:bodyPr vert="horz" lIns="101600" tIns="0" rIns="82550" bIns="0" rtlCol="0">
            <a:normAutofit/>
          </a:bodyPr>
          <a:lstStyle/>
          <a:p>
            <a:pPr lvl="0"/>
            <a:r>
              <a:rPr lang="en-US" smtClean="0"/>
              <a:t>Click to edit Master text styles</a:t>
            </a:r>
            <a:endParaRPr lang="en-US" smtClean="0"/>
          </a:p>
          <a:p>
            <a:pPr lvl="1"/>
            <a:r>
              <a:rPr lang="en-US" smtClean="0"/>
              <a:t>Second level</a:t>
            </a:r>
            <a:endParaRPr lang="en-US" smtClean="0"/>
          </a:p>
          <a:p>
            <a:pPr lvl="2"/>
            <a:r>
              <a:rPr lang="en-US" smtClean="0"/>
              <a:t>Third level</a:t>
            </a:r>
            <a:endParaRPr lang="en-US" smtClean="0"/>
          </a:p>
          <a:p>
            <a:pPr lvl="3"/>
            <a:r>
              <a:rPr lang="en-US" smtClean="0"/>
              <a:t>Fourth level</a:t>
            </a:r>
            <a:endParaRPr lang="en-US" smtClean="0"/>
          </a:p>
          <a:p>
            <a:pPr lvl="4"/>
            <a:r>
              <a:rPr lang="en-US" smtClean="0"/>
              <a:t>Fifth level</a:t>
            </a:r>
            <a:endParaRPr lang="en-US"/>
          </a:p>
        </p:txBody>
      </p:sp>
      <p:sp>
        <p:nvSpPr>
          <p:cNvPr id="5" name="Text Placeholder 4"/>
          <p:cNvSpPr>
            <a:spLocks noGrp="1"/>
          </p:cNvSpPr>
          <p:nvPr>
            <p:ph type="body" sz="quarter" idx="3" hasCustomPrompt="1"/>
            <p:custDataLst>
              <p:tags r:id="rId5"/>
            </p:custDataLst>
          </p:nvPr>
        </p:nvSpPr>
        <p:spPr>
          <a:xfrm>
            <a:off x="6235750" y="1421729"/>
            <a:ext cx="5342400" cy="381600"/>
          </a:xfrm>
        </p:spPr>
        <p:txBody>
          <a:bodyPr vert="horz" lIns="101600" tIns="38100" rIns="76200" bIns="38100" rtlCol="0" anchor="t" anchorCtr="0">
            <a:normAutofit/>
          </a:bodyPr>
          <a:lstStyle>
            <a:lvl1pPr marL="0" indent="0">
              <a:lnSpc>
                <a:spcPct val="100000"/>
              </a:lnSpc>
              <a:buNone/>
              <a:defRPr sz="2000" b="1" spc="200">
                <a:solidFill>
                  <a:schemeClr val="tx1">
                    <a:lumMod val="75000"/>
                    <a:lumOff val="25000"/>
                  </a:schemeClr>
                </a:solidFill>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text</a:t>
            </a:r>
            <a:endParaRPr lang="en-US"/>
          </a:p>
        </p:txBody>
      </p:sp>
      <p:sp>
        <p:nvSpPr>
          <p:cNvPr id="6" name="Content Placeholder 5"/>
          <p:cNvSpPr>
            <a:spLocks noGrp="1"/>
          </p:cNvSpPr>
          <p:nvPr>
            <p:ph sz="quarter" idx="4"/>
            <p:custDataLst>
              <p:tags r:id="rId6"/>
            </p:custDataLst>
          </p:nvPr>
        </p:nvSpPr>
        <p:spPr>
          <a:xfrm>
            <a:off x="6235750" y="1854000"/>
            <a:ext cx="5342400" cy="4395600"/>
          </a:xfrm>
        </p:spPr>
        <p:txBody>
          <a:bodyPr vert="horz" lIns="101600" tIns="0" rIns="82550" bIns="0" rtlCol="0">
            <a:normAutofit/>
          </a:bodyPr>
          <a:lstStyle/>
          <a:p>
            <a:pPr lvl="0"/>
            <a:r>
              <a:rPr lang="en-US" smtClean="0"/>
              <a:t>Click to edit Master text styles</a:t>
            </a:r>
            <a:endParaRPr lang="en-US" smtClean="0"/>
          </a:p>
          <a:p>
            <a:pPr lvl="1"/>
            <a:r>
              <a:rPr lang="en-US" smtClean="0"/>
              <a:t>Second level</a:t>
            </a:r>
            <a:endParaRPr lang="en-US" smtClean="0"/>
          </a:p>
          <a:p>
            <a:pPr lvl="2"/>
            <a:r>
              <a:rPr lang="en-US" smtClean="0"/>
              <a:t>Third level</a:t>
            </a:r>
            <a:endParaRPr lang="en-US" smtClean="0"/>
          </a:p>
          <a:p>
            <a:pPr lvl="3"/>
            <a:r>
              <a:rPr lang="en-US" smtClean="0"/>
              <a:t>Fourth level</a:t>
            </a:r>
            <a:endParaRPr lang="en-US" smtClean="0"/>
          </a:p>
          <a:p>
            <a:pPr lvl="4"/>
            <a:r>
              <a:rPr lang="en-US" smtClean="0"/>
              <a:t>Fifth level</a:t>
            </a:r>
            <a:endParaRPr lang="en-US"/>
          </a:p>
        </p:txBody>
      </p:sp>
      <p:sp>
        <p:nvSpPr>
          <p:cNvPr id="7" name="Date Placeholder 6"/>
          <p:cNvSpPr>
            <a:spLocks noGrp="1"/>
          </p:cNvSpPr>
          <p:nvPr>
            <p:ph type="dt" sz="half" idx="10"/>
            <p:custDataLst>
              <p:tags r:id="rId7"/>
            </p:custDataLst>
          </p:nvPr>
        </p:nvSpPr>
        <p:spPr/>
        <p:txBody>
          <a:bodyPr/>
          <a:lstStyle/>
          <a:p>
            <a:fld id="{760FBDFE-C587-4B4C-A407-44438C67B59E}" type="datetimeFigureOut">
              <a:rPr lang="en-US" smtClean="0"/>
            </a:fld>
            <a:endParaRPr lang="en-US"/>
          </a:p>
        </p:txBody>
      </p:sp>
      <p:sp>
        <p:nvSpPr>
          <p:cNvPr id="8" name="Footer Placeholder 7"/>
          <p:cNvSpPr>
            <a:spLocks noGrp="1"/>
          </p:cNvSpPr>
          <p:nvPr>
            <p:ph type="ftr" sz="quarter" idx="11"/>
            <p:custDataLst>
              <p:tags r:id="rId8"/>
            </p:custDataLst>
          </p:nvPr>
        </p:nvSpPr>
        <p:spPr/>
        <p:txBody>
          <a:bodyPr/>
          <a:lstStyle/>
          <a:p>
            <a:endParaRPr lang="en-US"/>
          </a:p>
        </p:txBody>
      </p:sp>
      <p:sp>
        <p:nvSpPr>
          <p:cNvPr id="9" name="Slide Number Placeholder 8"/>
          <p:cNvSpPr>
            <a:spLocks noGrp="1"/>
          </p:cNvSpPr>
          <p:nvPr>
            <p:ph type="sldNum" sz="quarter" idx="12"/>
            <p:custDataLst>
              <p:tags r:id="rId9"/>
            </p:custDataLst>
          </p:nvPr>
        </p:nvSpPr>
        <p:spPr/>
        <p:txBody>
          <a:bodyPr/>
          <a:lstStyle/>
          <a:p>
            <a:fld id="{49AE70B2-8BF9-45C0-BB95-33D1B9D3A854}" type="slidenum">
              <a:rPr lang="en-US" smtClean="0"/>
            </a:fld>
            <a:endParaRPr lang="en-US"/>
          </a:p>
        </p:txBody>
      </p:sp>
    </p:spTree>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custDataLst>
              <p:tags r:id="rId2"/>
            </p:custDataLst>
          </p:nvPr>
        </p:nvSpPr>
        <p:spPr>
          <a:xfrm>
            <a:off x="608400" y="608400"/>
            <a:ext cx="10969200" cy="705600"/>
          </a:xfrm>
        </p:spPr>
        <p:txBody>
          <a:bodyPr vert="horz" lIns="90000" tIns="46800" rIns="90000" bIns="46800" rtlCol="0" anchor="ctr" anchorCtr="0">
            <a:normAutofit/>
          </a:bodyPr>
          <a:lstStyle/>
          <a:p>
            <a:pPr lvl="0"/>
            <a:r>
              <a:rPr lang="en-US" smtClean="0"/>
              <a:t>Click to edit Master title style</a:t>
            </a:r>
            <a:endParaRPr lang="en-US"/>
          </a:p>
        </p:txBody>
      </p:sp>
      <p:sp>
        <p:nvSpPr>
          <p:cNvPr id="3" name="Date Placeholder 2"/>
          <p:cNvSpPr>
            <a:spLocks noGrp="1"/>
          </p:cNvSpPr>
          <p:nvPr>
            <p:ph type="dt" sz="half" idx="10"/>
            <p:custDataLst>
              <p:tags r:id="rId3"/>
            </p:custDataLst>
          </p:nvPr>
        </p:nvSpPr>
        <p:spPr/>
        <p:txBody>
          <a:bodyPr/>
          <a:lstStyle/>
          <a:p>
            <a:fld id="{760FBDFE-C587-4B4C-A407-44438C67B59E}" type="datetimeFigureOut">
              <a:rPr lang="en-US" smtClean="0"/>
            </a:fld>
            <a:endParaRPr lang="en-US"/>
          </a:p>
        </p:txBody>
      </p:sp>
      <p:sp>
        <p:nvSpPr>
          <p:cNvPr id="4" name="Footer Placeholder 3"/>
          <p:cNvSpPr>
            <a:spLocks noGrp="1"/>
          </p:cNvSpPr>
          <p:nvPr>
            <p:ph type="ftr" sz="quarter" idx="11"/>
            <p:custDataLst>
              <p:tags r:id="rId4"/>
            </p:custDataLst>
          </p:nvPr>
        </p:nvSpPr>
        <p:spPr/>
        <p:txBody>
          <a:bodyPr/>
          <a:lstStyle/>
          <a:p>
            <a:endParaRPr lang="en-US"/>
          </a:p>
        </p:txBody>
      </p:sp>
      <p:sp>
        <p:nvSpPr>
          <p:cNvPr id="5" name="Slide Number Placeholder 4"/>
          <p:cNvSpPr>
            <a:spLocks noGrp="1"/>
          </p:cNvSpPr>
          <p:nvPr>
            <p:ph type="sldNum" sz="quarter" idx="12"/>
            <p:custDataLst>
              <p:tags r:id="rId5"/>
            </p:custDataLst>
          </p:nvPr>
        </p:nvSpPr>
        <p:spPr/>
        <p:txBody>
          <a:bodyPr/>
          <a:lstStyle/>
          <a:p>
            <a:fld id="{49AE70B2-8BF9-45C0-BB95-33D1B9D3A854}" type="slidenum">
              <a:rPr lang="en-US" smtClean="0"/>
            </a:fld>
            <a:endParaRPr lang="en-US"/>
          </a:p>
        </p:txBody>
      </p:sp>
    </p:spTree>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custDataLst>
              <p:tags r:id="rId2"/>
            </p:custDataLst>
          </p:nvPr>
        </p:nvSpPr>
        <p:spPr/>
        <p:txBody>
          <a:bodyPr/>
          <a:lstStyle/>
          <a:p>
            <a:fld id="{760FBDFE-C587-4B4C-A407-44438C67B59E}" type="datetimeFigureOut">
              <a:rPr lang="en-US" smtClean="0"/>
            </a:fld>
            <a:endParaRPr lang="en-US"/>
          </a:p>
        </p:txBody>
      </p:sp>
      <p:sp>
        <p:nvSpPr>
          <p:cNvPr id="3" name="Footer Placeholder 2"/>
          <p:cNvSpPr>
            <a:spLocks noGrp="1"/>
          </p:cNvSpPr>
          <p:nvPr>
            <p:ph type="ftr" sz="quarter" idx="11"/>
            <p:custDataLst>
              <p:tags r:id="rId3"/>
            </p:custDataLst>
          </p:nvPr>
        </p:nvSpPr>
        <p:spPr/>
        <p:txBody>
          <a:bodyPr/>
          <a:lstStyle/>
          <a:p>
            <a:endParaRPr lang="en-US"/>
          </a:p>
        </p:txBody>
      </p:sp>
      <p:sp>
        <p:nvSpPr>
          <p:cNvPr id="4" name="Slide Number Placeholder 3"/>
          <p:cNvSpPr>
            <a:spLocks noGrp="1"/>
          </p:cNvSpPr>
          <p:nvPr>
            <p:ph type="sldNum" sz="quarter" idx="12"/>
            <p:custDataLst>
              <p:tags r:id="rId4"/>
            </p:custDataLst>
          </p:nvPr>
        </p:nvSpPr>
        <p:spPr/>
        <p:txBody>
          <a:bodyPr/>
          <a:lstStyle/>
          <a:p>
            <a:fld id="{49AE70B2-8BF9-45C0-BB95-33D1B9D3A854}" type="slidenum">
              <a:rPr lang="en-US" smtClean="0"/>
            </a:fld>
            <a:endParaRPr lang="en-US"/>
          </a:p>
        </p:txBody>
      </p:sp>
    </p:spTree>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preserve="1" userDrawn="1">
  <p:cSld name="Picture with Caption">
    <p:spTree>
      <p:nvGrpSpPr>
        <p:cNvPr id="1" name=""/>
        <p:cNvGrpSpPr/>
        <p:nvPr/>
      </p:nvGrpSpPr>
      <p:grpSpPr>
        <a:xfrm>
          <a:off x="0" y="0"/>
          <a:ext cx="0" cy="0"/>
          <a:chOff x="0" y="0"/>
          <a:chExt cx="0" cy="0"/>
        </a:xfrm>
      </p:grpSpPr>
      <p:sp>
        <p:nvSpPr>
          <p:cNvPr id="3" name="Picture Placeholder 2"/>
          <p:cNvSpPr>
            <a:spLocks noGrp="1"/>
          </p:cNvSpPr>
          <p:nvPr>
            <p:ph type="pic" idx="1"/>
            <p:custDataLst>
              <p:tags r:id="rId2"/>
            </p:custDataLst>
          </p:nvPr>
        </p:nvSpPr>
        <p:spPr>
          <a:xfrm>
            <a:off x="608400" y="1555200"/>
            <a:ext cx="5233077" cy="4608000"/>
          </a:xfrm>
        </p:spPr>
        <p:txBody>
          <a:bodyPr vert="horz" lIns="90000" tIns="46800" rIns="90000" bIns="46800" rtlCol="0">
            <a:normAutofit/>
          </a:bodyPr>
          <a:lstStyle>
            <a:lvl1pPr>
              <a:buNone/>
              <a:defRPr sz="1600"/>
            </a:lvl1pPr>
          </a:lstStyle>
          <a:p>
            <a:pPr lvl="0"/>
            <a:endParaRPr lang="en-US"/>
          </a:p>
        </p:txBody>
      </p:sp>
      <p:sp>
        <p:nvSpPr>
          <p:cNvPr id="4" name="Text Placeholder 3"/>
          <p:cNvSpPr>
            <a:spLocks noGrp="1"/>
          </p:cNvSpPr>
          <p:nvPr>
            <p:ph type="body" sz="half" idx="2"/>
            <p:custDataLst>
              <p:tags r:id="rId3"/>
            </p:custDataLst>
          </p:nvPr>
        </p:nvSpPr>
        <p:spPr>
          <a:xfrm>
            <a:off x="6350400" y="1555200"/>
            <a:ext cx="5227200" cy="4608000"/>
          </a:xfrm>
        </p:spPr>
        <p:txBody>
          <a:bodyPr vert="horz" lIns="90000" tIns="46800" rIns="90000" bIns="46800" rtlCol="0">
            <a:normAutofit/>
          </a:bodyPr>
          <a:lstStyle>
            <a:lvl1pPr>
              <a:buNone/>
              <a:defRPr sz="1600"/>
            </a:lvl1pPr>
          </a:lstStyle>
          <a:p>
            <a:pPr lvl="0"/>
            <a:r>
              <a:rPr lang="en-US" smtClean="0"/>
              <a:t>Click to edit Master text styles</a:t>
            </a:r>
            <a:endParaRPr lang="en-US"/>
          </a:p>
        </p:txBody>
      </p:sp>
      <p:sp>
        <p:nvSpPr>
          <p:cNvPr id="5" name="Date Placeholder 4"/>
          <p:cNvSpPr>
            <a:spLocks noGrp="1"/>
          </p:cNvSpPr>
          <p:nvPr>
            <p:ph type="dt" sz="half" idx="10"/>
            <p:custDataLst>
              <p:tags r:id="rId4"/>
            </p:custDataLst>
          </p:nvPr>
        </p:nvSpPr>
        <p:spPr/>
        <p:txBody>
          <a:bodyPr/>
          <a:lstStyle/>
          <a:p>
            <a:fld id="{9EFD9D74-47D9-4702-A33C-335B63B48DBF}" type="datetimeFigureOut">
              <a:rPr lang="en-US" smtClean="0"/>
            </a:fld>
            <a:endParaRPr lang="en-US" dirty="0"/>
          </a:p>
        </p:txBody>
      </p:sp>
      <p:sp>
        <p:nvSpPr>
          <p:cNvPr id="6" name="Footer Placeholder 5"/>
          <p:cNvSpPr>
            <a:spLocks noGrp="1"/>
          </p:cNvSpPr>
          <p:nvPr>
            <p:ph type="ftr" sz="quarter" idx="11"/>
            <p:custDataLst>
              <p:tags r:id="rId5"/>
            </p:custDataLst>
          </p:nvPr>
        </p:nvSpPr>
        <p:spPr/>
        <p:txBody>
          <a:bodyPr/>
          <a:lstStyle/>
          <a:p>
            <a:endParaRPr lang="en-US" dirty="0"/>
          </a:p>
        </p:txBody>
      </p:sp>
      <p:sp>
        <p:nvSpPr>
          <p:cNvPr id="7" name="Slide Number Placeholder 6"/>
          <p:cNvSpPr>
            <a:spLocks noGrp="1"/>
          </p:cNvSpPr>
          <p:nvPr>
            <p:ph type="sldNum" sz="quarter" idx="12"/>
            <p:custDataLst>
              <p:tags r:id="rId6"/>
            </p:custDataLst>
          </p:nvPr>
        </p:nvSpPr>
        <p:spPr/>
        <p:txBody>
          <a:bodyPr/>
          <a:lstStyle/>
          <a:p>
            <a:fld id="{FABC47A4-756D-490B-A52F-7D9E2C9FC05F}" type="slidenum">
              <a:rPr lang="en-US" smtClean="0"/>
            </a:fld>
            <a:endParaRPr lang="en-US"/>
          </a:p>
        </p:txBody>
      </p:sp>
      <p:sp>
        <p:nvSpPr>
          <p:cNvPr id="9" name="Title 8"/>
          <p:cNvSpPr>
            <a:spLocks noGrp="1"/>
          </p:cNvSpPr>
          <p:nvPr>
            <p:ph type="title"/>
            <p:custDataLst>
              <p:tags r:id="rId7"/>
            </p:custDataLst>
          </p:nvPr>
        </p:nvSpPr>
        <p:spPr/>
        <p:txBody>
          <a:bodyPr/>
          <a:p>
            <a:r>
              <a:rPr lang="en-US"/>
              <a:t>Click to edit Master title style</a:t>
            </a:r>
            <a:endParaRPr lang="en-US"/>
          </a:p>
        </p:txBody>
      </p:sp>
    </p:spTree>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hasCustomPrompt="1"/>
            <p:custDataLst>
              <p:tags r:id="rId2"/>
            </p:custDataLst>
          </p:nvPr>
        </p:nvSpPr>
        <p:spPr>
          <a:xfrm>
            <a:off x="10234800" y="914400"/>
            <a:ext cx="1044000" cy="5029200"/>
          </a:xfrm>
        </p:spPr>
        <p:txBody>
          <a:bodyPr vert="eaVert" lIns="90000" tIns="46800" rIns="90000" bIns="46800" rtlCol="0" anchor="ctr" anchorCtr="0">
            <a:normAutofit/>
          </a:bodyPr>
          <a:lstStyle>
            <a:lvl1pPr>
              <a:buNone/>
              <a:defRPr sz="2800"/>
            </a:lvl1pPr>
          </a:lstStyle>
          <a:p>
            <a:pPr lvl="0"/>
            <a:r>
              <a:rPr lang="en-US" smtClean="0"/>
              <a:t>Click to edit title</a:t>
            </a:r>
            <a:endParaRPr lang="en-US"/>
          </a:p>
        </p:txBody>
      </p:sp>
      <p:sp>
        <p:nvSpPr>
          <p:cNvPr id="3" name="Vertical Text Placeholder 2"/>
          <p:cNvSpPr>
            <a:spLocks noGrp="1"/>
          </p:cNvSpPr>
          <p:nvPr>
            <p:ph type="body" orient="vert" idx="1"/>
            <p:custDataLst>
              <p:tags r:id="rId3"/>
            </p:custDataLst>
          </p:nvPr>
        </p:nvSpPr>
        <p:spPr>
          <a:xfrm>
            <a:off x="914400" y="914400"/>
            <a:ext cx="9169200" cy="5029200"/>
          </a:xfrm>
        </p:spPr>
        <p:txBody>
          <a:bodyPr vert="eaVert" lIns="46800" tIns="46800" rIns="46800" bIns="46800"/>
          <a:lstStyle>
            <a:lvl1pPr marL="228600" indent="-228600">
              <a:spcAft>
                <a:spcPts val="1000"/>
              </a:spcAft>
              <a:defRPr spc="300"/>
            </a:lvl1pPr>
            <a:lvl2pPr marL="685800" indent="-228600">
              <a:defRPr spc="300"/>
            </a:lvl2pPr>
            <a:lvl3pPr marL="1143000" indent="-228600">
              <a:defRPr spc="300"/>
            </a:lvl3pPr>
            <a:lvl4pPr marL="1600200" indent="-228600">
              <a:defRPr spc="300"/>
            </a:lvl4pPr>
            <a:lvl5pPr marL="2057400" indent="-228600">
              <a:defRPr spc="300"/>
            </a:lvl5pPr>
          </a:lstStyle>
          <a:p>
            <a:pPr lvl="0"/>
            <a:r>
              <a:rPr lang="en-US" dirty="0"/>
              <a:t>Click to edit Master text styles</a:t>
            </a:r>
            <a:endParaRPr lang="en-US" dirty="0"/>
          </a:p>
          <a:p>
            <a:pPr lvl="1"/>
            <a:r>
              <a:rPr lang="en-US" dirty="0"/>
              <a:t>Second level</a:t>
            </a:r>
            <a:endParaRPr lang="en-US" dirty="0"/>
          </a:p>
          <a:p>
            <a:pPr lvl="2"/>
            <a:r>
              <a:rPr lang="en-US" dirty="0"/>
              <a:t>Third level</a:t>
            </a:r>
            <a:endParaRPr lang="en-US" dirty="0"/>
          </a:p>
          <a:p>
            <a:pPr lvl="3"/>
            <a:r>
              <a:rPr lang="en-US" dirty="0"/>
              <a:t>Fourth level</a:t>
            </a:r>
            <a:endParaRPr lang="en-US" dirty="0"/>
          </a:p>
          <a:p>
            <a:pPr lvl="4"/>
            <a:r>
              <a:rPr lang="en-US" dirty="0"/>
              <a:t>Fifth level</a:t>
            </a:r>
            <a:endParaRPr lang="en-US" dirty="0"/>
          </a:p>
        </p:txBody>
      </p:sp>
      <p:sp>
        <p:nvSpPr>
          <p:cNvPr id="4" name="Date Placeholder 3"/>
          <p:cNvSpPr>
            <a:spLocks noGrp="1"/>
          </p:cNvSpPr>
          <p:nvPr>
            <p:ph type="dt" sz="half" idx="10"/>
            <p:custDataLst>
              <p:tags r:id="rId4"/>
            </p:custDataLst>
          </p:nvPr>
        </p:nvSpPr>
        <p:spPr/>
        <p:txBody>
          <a:bodyPr/>
          <a:lstStyle/>
          <a:p>
            <a:fld id="{760FBDFE-C587-4B4C-A407-44438C67B59E}" type="datetimeFigureOut">
              <a:rPr lang="en-US" smtClean="0"/>
            </a:fld>
            <a:endParaRPr lang="en-US"/>
          </a:p>
        </p:txBody>
      </p:sp>
      <p:sp>
        <p:nvSpPr>
          <p:cNvPr id="5" name="Footer Placeholder 4"/>
          <p:cNvSpPr>
            <a:spLocks noGrp="1"/>
          </p:cNvSpPr>
          <p:nvPr>
            <p:ph type="ftr" sz="quarter" idx="11"/>
            <p:custDataLst>
              <p:tags r:id="rId5"/>
            </p:custDataLst>
          </p:nvPr>
        </p:nvSpPr>
        <p:spPr/>
        <p:txBody>
          <a:bodyPr/>
          <a:lstStyle/>
          <a:p>
            <a:endParaRPr lang="en-US"/>
          </a:p>
        </p:txBody>
      </p:sp>
      <p:sp>
        <p:nvSpPr>
          <p:cNvPr id="6" name="Slide Number Placeholder 5"/>
          <p:cNvSpPr>
            <a:spLocks noGrp="1"/>
          </p:cNvSpPr>
          <p:nvPr>
            <p:ph type="sldNum" sz="quarter" idx="12"/>
            <p:custDataLst>
              <p:tags r:id="rId6"/>
            </p:custDataLst>
          </p:nvPr>
        </p:nvSpPr>
        <p:spPr/>
        <p:txBody>
          <a:bodyPr/>
          <a:lstStyle/>
          <a:p>
            <a:fld id="{49AE70B2-8BF9-45C0-BB95-33D1B9D3A854}" type="slidenum">
              <a:rPr lang="en-US" smtClean="0"/>
            </a:fld>
            <a:endParaRPr lang="en-US"/>
          </a:p>
        </p:txBody>
      </p:sp>
    </p:spTree>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preserve="1" userDrawn="1">
  <p:cSld name="Content">
    <p:spTree>
      <p:nvGrpSpPr>
        <p:cNvPr id="1" name=""/>
        <p:cNvGrpSpPr/>
        <p:nvPr/>
      </p:nvGrpSpPr>
      <p:grpSpPr>
        <a:xfrm>
          <a:off x="0" y="0"/>
          <a:ext cx="0" cy="0"/>
          <a:chOff x="0" y="0"/>
          <a:chExt cx="0" cy="0"/>
        </a:xfrm>
      </p:grpSpPr>
      <p:sp>
        <p:nvSpPr>
          <p:cNvPr id="3" name="Date Placeholder 2"/>
          <p:cNvSpPr>
            <a:spLocks noGrp="1"/>
          </p:cNvSpPr>
          <p:nvPr>
            <p:ph type="dt" sz="half" idx="10"/>
            <p:custDataLst>
              <p:tags r:id="rId2"/>
            </p:custDataLst>
          </p:nvPr>
        </p:nvSpPr>
        <p:spPr/>
        <p:txBody>
          <a:bodyPr/>
          <a:lstStyle/>
          <a:p>
            <a:fld id="{760FBDFE-C587-4B4C-A407-44438C67B59E}" type="datetimeFigureOut">
              <a:rPr lang="en-US" smtClean="0"/>
            </a:fld>
            <a:endParaRPr lang="en-US"/>
          </a:p>
        </p:txBody>
      </p:sp>
      <p:sp>
        <p:nvSpPr>
          <p:cNvPr id="4" name="Footer Placeholder 3"/>
          <p:cNvSpPr>
            <a:spLocks noGrp="1"/>
          </p:cNvSpPr>
          <p:nvPr>
            <p:ph type="ftr" sz="quarter" idx="11"/>
            <p:custDataLst>
              <p:tags r:id="rId3"/>
            </p:custDataLst>
          </p:nvPr>
        </p:nvSpPr>
        <p:spPr/>
        <p:txBody>
          <a:bodyPr/>
          <a:lstStyle/>
          <a:p>
            <a:endParaRPr lang="en-US"/>
          </a:p>
        </p:txBody>
      </p:sp>
      <p:sp>
        <p:nvSpPr>
          <p:cNvPr id="5" name="Slide Number Placeholder 4"/>
          <p:cNvSpPr>
            <a:spLocks noGrp="1"/>
          </p:cNvSpPr>
          <p:nvPr>
            <p:ph type="sldNum" sz="quarter" idx="12"/>
            <p:custDataLst>
              <p:tags r:id="rId4"/>
            </p:custDataLst>
          </p:nvPr>
        </p:nvSpPr>
        <p:spPr/>
        <p:txBody>
          <a:bodyPr/>
          <a:lstStyle/>
          <a:p>
            <a:fld id="{49AE70B2-8BF9-45C0-BB95-33D1B9D3A854}" type="slidenum">
              <a:rPr lang="en-US" smtClean="0"/>
            </a:fld>
            <a:endParaRPr lang="en-US"/>
          </a:p>
        </p:txBody>
      </p:sp>
      <p:sp>
        <p:nvSpPr>
          <p:cNvPr id="7" name="Content Placeholder 6"/>
          <p:cNvSpPr>
            <a:spLocks noGrp="1"/>
          </p:cNvSpPr>
          <p:nvPr>
            <p:ph sz="quarter" idx="13"/>
            <p:custDataLst>
              <p:tags r:id="rId5"/>
            </p:custDataLst>
          </p:nvPr>
        </p:nvSpPr>
        <p:spPr>
          <a:xfrm>
            <a:off x="608400" y="774000"/>
            <a:ext cx="10972800" cy="5482800"/>
          </a:xfrm>
        </p:spPr>
        <p:txBody>
          <a:bodyPr/>
          <a:lstStyle/>
          <a:p>
            <a:pPr lvl="0"/>
            <a:r>
              <a:rPr lang="en-US" dirty="0"/>
              <a:t>Click to edit Master text styles</a:t>
            </a:r>
            <a:endParaRPr lang="en-US" dirty="0"/>
          </a:p>
          <a:p>
            <a:pPr lvl="1"/>
            <a:r>
              <a:rPr lang="en-US" dirty="0"/>
              <a:t>Second level</a:t>
            </a:r>
            <a:endParaRPr lang="en-US" dirty="0"/>
          </a:p>
          <a:p>
            <a:pPr lvl="2"/>
            <a:r>
              <a:rPr lang="en-US" dirty="0"/>
              <a:t>Third level</a:t>
            </a:r>
            <a:endParaRPr lang="en-US" dirty="0"/>
          </a:p>
          <a:p>
            <a:pPr lvl="3"/>
            <a:r>
              <a:rPr lang="en-US" dirty="0"/>
              <a:t>Fourth level</a:t>
            </a:r>
            <a:endParaRPr lang="en-US" dirty="0"/>
          </a:p>
          <a:p>
            <a:pPr lvl="4"/>
            <a:r>
              <a:rPr lang="en-US" dirty="0"/>
              <a:t>Fifth level</a:t>
            </a:r>
            <a:endParaRPr lang="en-US" dirty="0"/>
          </a:p>
        </p:txBody>
      </p:sp>
    </p:spTree>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preserve="1" userDrawn="1">
  <p:cSld name="Last Slide">
    <p:spTree>
      <p:nvGrpSpPr>
        <p:cNvPr id="1" name=""/>
        <p:cNvGrpSpPr/>
        <p:nvPr/>
      </p:nvGrpSpPr>
      <p:grpSpPr>
        <a:xfrm>
          <a:off x="0" y="0"/>
          <a:ext cx="0" cy="0"/>
          <a:chOff x="0" y="0"/>
          <a:chExt cx="0" cy="0"/>
        </a:xfrm>
      </p:grpSpPr>
      <p:sp>
        <p:nvSpPr>
          <p:cNvPr id="3" name="Date Placeholder 2"/>
          <p:cNvSpPr>
            <a:spLocks noGrp="1"/>
          </p:cNvSpPr>
          <p:nvPr>
            <p:ph type="dt" sz="half" idx="10"/>
            <p:custDataLst>
              <p:tags r:id="rId2"/>
            </p:custDataLst>
          </p:nvPr>
        </p:nvSpPr>
        <p:spPr/>
        <p:txBody>
          <a:bodyPr/>
          <a:lstStyle/>
          <a:p>
            <a:fld id="{760FBDFE-C587-4B4C-A407-44438C67B59E}" type="datetimeFigureOut">
              <a:rPr lang="en-US" smtClean="0"/>
            </a:fld>
            <a:endParaRPr lang="en-US"/>
          </a:p>
        </p:txBody>
      </p:sp>
      <p:sp>
        <p:nvSpPr>
          <p:cNvPr id="4" name="Footer Placeholder 3"/>
          <p:cNvSpPr>
            <a:spLocks noGrp="1"/>
          </p:cNvSpPr>
          <p:nvPr>
            <p:ph type="ftr" sz="quarter" idx="11"/>
            <p:custDataLst>
              <p:tags r:id="rId3"/>
            </p:custDataLst>
          </p:nvPr>
        </p:nvSpPr>
        <p:spPr/>
        <p:txBody>
          <a:bodyPr/>
          <a:lstStyle/>
          <a:p>
            <a:endParaRPr lang="en-US"/>
          </a:p>
        </p:txBody>
      </p:sp>
      <p:sp>
        <p:nvSpPr>
          <p:cNvPr id="5" name="Slide Number Placeholder 4"/>
          <p:cNvSpPr>
            <a:spLocks noGrp="1"/>
          </p:cNvSpPr>
          <p:nvPr>
            <p:ph type="sldNum" sz="quarter" idx="12"/>
            <p:custDataLst>
              <p:tags r:id="rId4"/>
            </p:custDataLst>
          </p:nvPr>
        </p:nvSpPr>
        <p:spPr/>
        <p:txBody>
          <a:bodyPr/>
          <a:lstStyle/>
          <a:p>
            <a:fld id="{49AE70B2-8BF9-45C0-BB95-33D1B9D3A854}" type="slidenum">
              <a:rPr lang="en-US" smtClean="0"/>
            </a:fld>
            <a:endParaRPr lang="en-US"/>
          </a:p>
        </p:txBody>
      </p:sp>
      <p:sp>
        <p:nvSpPr>
          <p:cNvPr id="2" name="Title 1"/>
          <p:cNvSpPr>
            <a:spLocks noGrp="1"/>
          </p:cNvSpPr>
          <p:nvPr>
            <p:ph type="title" hasCustomPrompt="1"/>
            <p:custDataLst>
              <p:tags r:id="rId5"/>
            </p:custDataLst>
          </p:nvPr>
        </p:nvSpPr>
        <p:spPr>
          <a:xfrm>
            <a:off x="1198800" y="2484000"/>
            <a:ext cx="9799200" cy="1018800"/>
          </a:xfrm>
        </p:spPr>
        <p:txBody>
          <a:bodyPr vert="horz" lIns="90000" tIns="46800" rIns="90000" bIns="46800" rtlCol="0" anchor="t" anchorCtr="0">
            <a:normAutofit/>
          </a:bodyPr>
          <a:lstStyle>
            <a:lvl1pPr algn="ctr">
              <a:defRPr sz="6000"/>
            </a:lvl1pPr>
          </a:lstStyle>
          <a:p>
            <a:pPr lvl="0"/>
            <a:r>
              <a:rPr lang="en-US" smtClean="0"/>
              <a:t>Click to edit title</a:t>
            </a:r>
            <a:endParaRPr lang="en-US"/>
          </a:p>
        </p:txBody>
      </p:sp>
      <p:sp>
        <p:nvSpPr>
          <p:cNvPr id="7" name="Text Placeholder 6"/>
          <p:cNvSpPr>
            <a:spLocks noGrp="1"/>
          </p:cNvSpPr>
          <p:nvPr>
            <p:ph type="body" sz="quarter" idx="13"/>
            <p:custDataLst>
              <p:tags r:id="rId6"/>
            </p:custDataLst>
          </p:nvPr>
        </p:nvSpPr>
        <p:spPr>
          <a:xfrm>
            <a:off x="1198800" y="3560400"/>
            <a:ext cx="9799200" cy="471600"/>
          </a:xfrm>
        </p:spPr>
        <p:txBody>
          <a:bodyPr lIns="90000" tIns="46800" rIns="90000" bIns="46800">
            <a:normAutofit/>
          </a:bodyPr>
          <a:lstStyle>
            <a:lvl1pPr algn="ctr">
              <a:lnSpc>
                <a:spcPct val="110000"/>
              </a:lnSpc>
              <a:buNone/>
              <a:defRPr sz="2400" spc="200"/>
            </a:lvl1pPr>
          </a:lstStyle>
          <a:p>
            <a:pPr lvl="0"/>
            <a:r>
              <a:rPr lang="en-US" dirty="0"/>
              <a:t>Click to edit Master text styles</a:t>
            </a:r>
            <a:endParaRPr lang="en-US" dirty="0"/>
          </a:p>
        </p:txBody>
      </p:sp>
    </p:spTree>
  </p:cSld>
  <p:clrMapOvr>
    <a:masterClrMapping/>
  </p:clrMapOvr>
</p:sldLayout>
</file>

<file path=ppt/slideMasters/_rels/slideMaster1.xml.rels><?xml version="1.0" encoding="UTF-8" standalone="yes"?>
<Relationships xmlns="http://schemas.openxmlformats.org/package/2006/relationships"><Relationship Id="rId9" Type="http://schemas.openxmlformats.org/officeDocument/2006/relationships/slideLayout" Target="../slideLayouts/slideLayout9.xml"/><Relationship Id="rId8" Type="http://schemas.openxmlformats.org/officeDocument/2006/relationships/slideLayout" Target="../slideLayouts/slideLayout8.xml"/><Relationship Id="rId7" Type="http://schemas.openxmlformats.org/officeDocument/2006/relationships/slideLayout" Target="../slideLayouts/slideLayout7.xml"/><Relationship Id="rId6" Type="http://schemas.openxmlformats.org/officeDocument/2006/relationships/slideLayout" Target="../slideLayouts/slideLayout6.xml"/><Relationship Id="rId5" Type="http://schemas.openxmlformats.org/officeDocument/2006/relationships/slideLayout" Target="../slideLayouts/slideLayout5.xml"/><Relationship Id="rId4" Type="http://schemas.openxmlformats.org/officeDocument/2006/relationships/slideLayout" Target="../slideLayouts/slideLayout4.xml"/><Relationship Id="rId3" Type="http://schemas.openxmlformats.org/officeDocument/2006/relationships/slideLayout" Target="../slideLayouts/slideLayout3.xml"/><Relationship Id="rId2" Type="http://schemas.openxmlformats.org/officeDocument/2006/relationships/slideLayout" Target="../slideLayouts/slideLayout2.xml"/><Relationship Id="rId18" Type="http://schemas.openxmlformats.org/officeDocument/2006/relationships/theme" Target="../theme/theme1.xml"/><Relationship Id="rId17" Type="http://schemas.openxmlformats.org/officeDocument/2006/relationships/tags" Target="../tags/tag62.xml"/><Relationship Id="rId16" Type="http://schemas.openxmlformats.org/officeDocument/2006/relationships/tags" Target="../tags/tag61.xml"/><Relationship Id="rId15" Type="http://schemas.openxmlformats.org/officeDocument/2006/relationships/tags" Target="../tags/tag60.xml"/><Relationship Id="rId14" Type="http://schemas.openxmlformats.org/officeDocument/2006/relationships/tags" Target="../tags/tag59.xml"/><Relationship Id="rId13" Type="http://schemas.openxmlformats.org/officeDocument/2006/relationships/tags" Target="../tags/tag58.xml"/><Relationship Id="rId12" Type="http://schemas.openxmlformats.org/officeDocument/2006/relationships/tags" Target="../tags/tag57.xml"/><Relationship Id="rId11" Type="http://schemas.openxmlformats.org/officeDocument/2006/relationships/slideLayout" Target="../slideLayouts/slideLayout11.xml"/><Relationship Id="rId10" Type="http://schemas.openxmlformats.org/officeDocument/2006/relationships/slideLayout" Target="../slideLayouts/slideLayout10.xml"/><Relationship Id="rId1" Type="http://schemas.openxmlformats.org/officeDocument/2006/relationships/slideLayout" Target="../slideLayouts/slideLayout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custDataLst>
              <p:tags r:id="rId12"/>
            </p:custDataLst>
          </p:nvPr>
        </p:nvSpPr>
        <p:spPr>
          <a:xfrm>
            <a:off x="608400" y="608400"/>
            <a:ext cx="10969200" cy="705600"/>
          </a:xfrm>
          <a:prstGeom prst="rect">
            <a:avLst/>
          </a:prstGeom>
        </p:spPr>
        <p:txBody>
          <a:bodyPr vert="horz" lIns="90170" tIns="46990" rIns="90170" bIns="46990" rtlCol="0" anchor="ctr" anchorCtr="0">
            <a:normAutofit/>
          </a:bodyPr>
          <a:lstStyle/>
          <a:p>
            <a:r>
              <a:rPr lang="en-US" dirty="0"/>
              <a:t>Click to edit Master title style</a:t>
            </a:r>
            <a:endParaRPr lang="en-US" dirty="0"/>
          </a:p>
        </p:txBody>
      </p:sp>
      <p:sp>
        <p:nvSpPr>
          <p:cNvPr id="3" name="Text Placeholder 2"/>
          <p:cNvSpPr>
            <a:spLocks noGrp="1"/>
          </p:cNvSpPr>
          <p:nvPr>
            <p:ph type="body" idx="1"/>
            <p:custDataLst>
              <p:tags r:id="rId13"/>
            </p:custDataLst>
          </p:nvPr>
        </p:nvSpPr>
        <p:spPr>
          <a:xfrm>
            <a:off x="608400" y="1490400"/>
            <a:ext cx="10969200" cy="4759200"/>
          </a:xfrm>
          <a:prstGeom prst="rect">
            <a:avLst/>
          </a:prstGeom>
        </p:spPr>
        <p:txBody>
          <a:bodyPr vert="horz" lIns="90000" tIns="46800" rIns="90000" bIns="46800" rtlCol="0">
            <a:normAutofit/>
          </a:bodyPr>
          <a:lstStyle/>
          <a:p>
            <a:pPr lvl="0"/>
            <a:r>
              <a:rPr lang="en-US" dirty="0"/>
              <a:t>Click to edit Master text styles</a:t>
            </a:r>
            <a:endParaRPr lang="en-US" dirty="0"/>
          </a:p>
          <a:p>
            <a:pPr lvl="1"/>
            <a:r>
              <a:rPr lang="en-US" dirty="0"/>
              <a:t>Second level</a:t>
            </a:r>
            <a:endParaRPr lang="en-US" dirty="0"/>
          </a:p>
          <a:p>
            <a:pPr lvl="2"/>
            <a:r>
              <a:rPr lang="en-US" dirty="0"/>
              <a:t>Third level</a:t>
            </a:r>
            <a:endParaRPr lang="en-US" dirty="0"/>
          </a:p>
          <a:p>
            <a:pPr lvl="3"/>
            <a:r>
              <a:rPr lang="en-US" dirty="0"/>
              <a:t>Fourth level</a:t>
            </a:r>
            <a:endParaRPr lang="en-US" dirty="0"/>
          </a:p>
          <a:p>
            <a:pPr lvl="4"/>
            <a:r>
              <a:rPr lang="en-US" dirty="0"/>
              <a:t>Fifth level</a:t>
            </a:r>
            <a:endParaRPr lang="en-US" dirty="0"/>
          </a:p>
        </p:txBody>
      </p:sp>
      <p:sp>
        <p:nvSpPr>
          <p:cNvPr id="4" name="Date Placeholder 3"/>
          <p:cNvSpPr>
            <a:spLocks noGrp="1"/>
          </p:cNvSpPr>
          <p:nvPr>
            <p:ph type="dt" sz="half" idx="2"/>
            <p:custDataLst>
              <p:tags r:id="rId14"/>
            </p:custDataLst>
          </p:nvPr>
        </p:nvSpPr>
        <p:spPr>
          <a:xfrm>
            <a:off x="612000" y="6314400"/>
            <a:ext cx="2700000" cy="316800"/>
          </a:xfrm>
          <a:prstGeom prst="rect">
            <a:avLst/>
          </a:prstGeom>
        </p:spPr>
        <p:txBody>
          <a:bodyPr vert="horz" lIns="91440" tIns="45720" rIns="91440" bIns="45720" rtlCol="0" anchor="ctr">
            <a:normAutofit/>
          </a:bodyPr>
          <a:lstStyle>
            <a:lvl1pPr algn="l">
              <a:defRPr sz="1000" baseline="0">
                <a:solidFill>
                  <a:schemeClr val="tx1">
                    <a:tint val="75000"/>
                  </a:schemeClr>
                </a:solidFill>
              </a:defRPr>
            </a:lvl1pPr>
          </a:lstStyle>
          <a:p>
            <a:fld id="{760FBDFE-C587-4B4C-A407-44438C67B59E}" type="datetimeFigureOut">
              <a:rPr lang="en-US" smtClean="0"/>
            </a:fld>
            <a:endParaRPr lang="en-US"/>
          </a:p>
        </p:txBody>
      </p:sp>
      <p:sp>
        <p:nvSpPr>
          <p:cNvPr id="5" name="Footer Placeholder 4"/>
          <p:cNvSpPr>
            <a:spLocks noGrp="1"/>
          </p:cNvSpPr>
          <p:nvPr>
            <p:ph type="ftr" sz="quarter" idx="3"/>
            <p:custDataLst>
              <p:tags r:id="rId15"/>
            </p:custDataLst>
          </p:nvPr>
        </p:nvSpPr>
        <p:spPr>
          <a:xfrm>
            <a:off x="4116000" y="6314400"/>
            <a:ext cx="3960000" cy="316800"/>
          </a:xfrm>
          <a:prstGeom prst="rect">
            <a:avLst/>
          </a:prstGeom>
        </p:spPr>
        <p:txBody>
          <a:bodyPr vert="horz" lIns="91440" tIns="45720" rIns="91440" bIns="45720" rtlCol="0" anchor="ctr">
            <a:normAutofit/>
          </a:bodyPr>
          <a:lstStyle>
            <a:lvl1pPr algn="ctr">
              <a:defRPr sz="1000" baseline="0">
                <a:solidFill>
                  <a:schemeClr val="tx1">
                    <a:tint val="75000"/>
                  </a:schemeClr>
                </a:solidFill>
              </a:defRPr>
            </a:lvl1pPr>
          </a:lstStyle>
          <a:p>
            <a:endParaRPr lang="en-US" dirty="0"/>
          </a:p>
        </p:txBody>
      </p:sp>
      <p:sp>
        <p:nvSpPr>
          <p:cNvPr id="6" name="Slide Number Placeholder 5"/>
          <p:cNvSpPr>
            <a:spLocks noGrp="1"/>
          </p:cNvSpPr>
          <p:nvPr>
            <p:ph type="sldNum" sz="quarter" idx="4"/>
            <p:custDataLst>
              <p:tags r:id="rId16"/>
            </p:custDataLst>
          </p:nvPr>
        </p:nvSpPr>
        <p:spPr>
          <a:xfrm>
            <a:off x="8877600" y="6314400"/>
            <a:ext cx="2700000" cy="316800"/>
          </a:xfrm>
          <a:prstGeom prst="rect">
            <a:avLst/>
          </a:prstGeom>
        </p:spPr>
        <p:txBody>
          <a:bodyPr vert="horz" lIns="91440" tIns="45720" rIns="91440" bIns="45720" rtlCol="0" anchor="ctr">
            <a:normAutofit/>
          </a:bodyPr>
          <a:lstStyle>
            <a:lvl1pPr algn="r">
              <a:defRPr sz="1000" baseline="0">
                <a:solidFill>
                  <a:schemeClr val="tx1">
                    <a:tint val="75000"/>
                  </a:schemeClr>
                </a:solidFill>
              </a:defRPr>
            </a:lvl1pPr>
          </a:lstStyle>
          <a:p>
            <a:fld id="{49AE70B2-8BF9-45C0-BB95-33D1B9D3A854}" type="slidenum">
              <a:rPr lang="en-US" smtClean="0"/>
            </a:fld>
            <a:endParaRPr lang="en-US" dirty="0"/>
          </a:p>
        </p:txBody>
      </p:sp>
    </p:spTree>
    <p:custDataLst>
      <p:tags r:id="rId17"/>
    </p:custData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l" defTabSz="914400" rtl="0" eaLnBrk="1" fontAlgn="auto" latinLnBrk="0" hangingPunct="1">
        <a:lnSpc>
          <a:spcPct val="100000"/>
        </a:lnSpc>
        <a:spcBef>
          <a:spcPct val="0"/>
        </a:spcBef>
        <a:buNone/>
        <a:defRPr sz="3600" b="0" u="none" strike="noStrike" kern="1200" cap="none" spc="300" normalizeH="0" baseline="0">
          <a:solidFill>
            <a:schemeClr val="tx1">
              <a:lumMod val="85000"/>
              <a:lumOff val="15000"/>
            </a:schemeClr>
          </a:solidFill>
          <a:uFillTx/>
          <a:latin typeface="+mj-lt"/>
          <a:ea typeface="+mj-ea"/>
          <a:cs typeface="+mj-cs"/>
        </a:defRPr>
      </a:lvl1pPr>
    </p:titleStyle>
    <p:bodyStyle>
      <a:lvl1pPr marL="228600" indent="-228600" algn="l" defTabSz="914400" rtl="0" eaLnBrk="1" fontAlgn="auto" latinLnBrk="0" hangingPunct="1">
        <a:lnSpc>
          <a:spcPct val="130000"/>
        </a:lnSpc>
        <a:spcBef>
          <a:spcPts val="0"/>
        </a:spcBef>
        <a:spcAft>
          <a:spcPts val="1000"/>
        </a:spcAft>
        <a:buFont typeface="Arial" panose="020B0604020202090204" pitchFamily="34" charset="0"/>
        <a:buChar char="●"/>
        <a:defRPr sz="1800" u="none" strike="noStrike" kern="1200" cap="none" spc="150" normalizeH="0" baseline="0">
          <a:solidFill>
            <a:schemeClr val="tx1">
              <a:lumMod val="65000"/>
              <a:lumOff val="35000"/>
            </a:schemeClr>
          </a:solidFill>
          <a:uFillTx/>
          <a:latin typeface="+mn-lt"/>
          <a:ea typeface="+mn-ea"/>
          <a:cs typeface="+mn-cs"/>
        </a:defRPr>
      </a:lvl1pPr>
      <a:lvl2pPr marL="685800" indent="-228600" algn="l" defTabSz="914400" rtl="0" eaLnBrk="1" fontAlgn="auto" latinLnBrk="0" hangingPunct="1">
        <a:lnSpc>
          <a:spcPct val="120000"/>
        </a:lnSpc>
        <a:spcBef>
          <a:spcPts val="0"/>
        </a:spcBef>
        <a:spcAft>
          <a:spcPts val="600"/>
        </a:spcAft>
        <a:buFont typeface="Arial" panose="020B0604020202090204" pitchFamily="34" charset="0"/>
        <a:buChar char="●"/>
        <a:tabLst>
          <a:tab pos="1609725" algn="l"/>
          <a:tab pos="1609725" algn="l"/>
          <a:tab pos="1609725" algn="l"/>
          <a:tab pos="1609725" algn="l"/>
        </a:tabLst>
        <a:defRPr sz="1600" u="none" strike="noStrike" kern="1200" cap="none" spc="150" normalizeH="0" baseline="0">
          <a:solidFill>
            <a:schemeClr val="tx1">
              <a:lumMod val="65000"/>
              <a:lumOff val="35000"/>
            </a:schemeClr>
          </a:solidFill>
          <a:uFillTx/>
          <a:latin typeface="+mn-lt"/>
          <a:ea typeface="+mn-ea"/>
          <a:cs typeface="+mn-cs"/>
        </a:defRPr>
      </a:lvl2pPr>
      <a:lvl3pPr marL="1143000" indent="-228600" algn="l" defTabSz="914400" rtl="0" eaLnBrk="1" fontAlgn="auto" latinLnBrk="0" hangingPunct="1">
        <a:lnSpc>
          <a:spcPct val="120000"/>
        </a:lnSpc>
        <a:spcBef>
          <a:spcPts val="0"/>
        </a:spcBef>
        <a:spcAft>
          <a:spcPts val="600"/>
        </a:spcAft>
        <a:buFont typeface="Arial" panose="020B0604020202090204" pitchFamily="34" charset="0"/>
        <a:buChar char="●"/>
        <a:defRPr sz="1600" u="none" strike="noStrike" kern="1200" cap="none" spc="150" normalizeH="0" baseline="0">
          <a:solidFill>
            <a:schemeClr val="tx1">
              <a:lumMod val="65000"/>
              <a:lumOff val="35000"/>
            </a:schemeClr>
          </a:solidFill>
          <a:uFillTx/>
          <a:latin typeface="+mn-lt"/>
          <a:ea typeface="+mn-ea"/>
          <a:cs typeface="+mn-cs"/>
        </a:defRPr>
      </a:lvl3pPr>
      <a:lvl4pPr marL="1600200" indent="-228600" algn="l" defTabSz="914400" rtl="0" eaLnBrk="1" fontAlgn="auto" latinLnBrk="0" hangingPunct="1">
        <a:lnSpc>
          <a:spcPct val="120000"/>
        </a:lnSpc>
        <a:spcBef>
          <a:spcPts val="0"/>
        </a:spcBef>
        <a:spcAft>
          <a:spcPts val="300"/>
        </a:spcAft>
        <a:buFont typeface="Wingdings" panose="05000000000000000000" charset="0"/>
        <a:buChar char=""/>
        <a:defRPr sz="1400" u="none" strike="noStrike" kern="1200" cap="none" spc="150" normalizeH="0" baseline="0">
          <a:solidFill>
            <a:schemeClr val="tx1">
              <a:lumMod val="65000"/>
              <a:lumOff val="35000"/>
            </a:schemeClr>
          </a:solidFill>
          <a:uFillTx/>
          <a:latin typeface="+mn-lt"/>
          <a:ea typeface="+mn-ea"/>
          <a:cs typeface="+mn-cs"/>
        </a:defRPr>
      </a:lvl4pPr>
      <a:lvl5pPr marL="2057400" indent="-228600" algn="l" defTabSz="914400" rtl="0" eaLnBrk="1" fontAlgn="auto" latinLnBrk="0" hangingPunct="1">
        <a:lnSpc>
          <a:spcPct val="120000"/>
        </a:lnSpc>
        <a:spcBef>
          <a:spcPts val="0"/>
        </a:spcBef>
        <a:spcAft>
          <a:spcPts val="300"/>
        </a:spcAft>
        <a:buFont typeface="Arial" panose="020B0604020202090204" pitchFamily="34" charset="0"/>
        <a:buChar char="•"/>
        <a:defRPr sz="1400" u="none" strike="noStrike" kern="1200" cap="none" spc="150" normalizeH="0" baseline="0">
          <a:solidFill>
            <a:schemeClr val="tx1">
              <a:lumMod val="65000"/>
              <a:lumOff val="35000"/>
            </a:schemeClr>
          </a:solidFill>
          <a:uFillTx/>
          <a:latin typeface="+mn-lt"/>
          <a:ea typeface="+mn-ea"/>
          <a:cs typeface="+mn-cs"/>
        </a:defRPr>
      </a:lvl5pPr>
      <a:lvl6pPr marL="2514600" indent="-228600" algn="l" defTabSz="914400" rtl="0" eaLnBrk="1" latinLnBrk="0" hangingPunct="1">
        <a:lnSpc>
          <a:spcPct val="90000"/>
        </a:lnSpc>
        <a:spcBef>
          <a:spcPts val="500"/>
        </a:spcBef>
        <a:buFont typeface="Arial" panose="020B060402020209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9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9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90204" pitchFamily="34" charset="0"/>
        <a:buChar char="•"/>
        <a:defRPr sz="18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4" Type="http://schemas.openxmlformats.org/officeDocument/2006/relationships/slideLayout" Target="../slideLayouts/slideLayout1.xml"/><Relationship Id="rId3" Type="http://schemas.openxmlformats.org/officeDocument/2006/relationships/tags" Target="../tags/tag65.xml"/><Relationship Id="rId2" Type="http://schemas.openxmlformats.org/officeDocument/2006/relationships/tags" Target="../tags/tag64.xml"/><Relationship Id="rId1" Type="http://schemas.openxmlformats.org/officeDocument/2006/relationships/tags" Target="../tags/tag63.xml"/></Relationships>
</file>

<file path=ppt/slides/_rels/slide2.xml.rels><?xml version="1.0" encoding="UTF-8" standalone="yes"?>
<Relationships xmlns="http://schemas.openxmlformats.org/package/2006/relationships"><Relationship Id="rId4" Type="http://schemas.openxmlformats.org/officeDocument/2006/relationships/slideLayout" Target="../slideLayouts/slideLayout2.xml"/><Relationship Id="rId3" Type="http://schemas.openxmlformats.org/officeDocument/2006/relationships/tags" Target="../tags/tag68.xml"/><Relationship Id="rId2" Type="http://schemas.openxmlformats.org/officeDocument/2006/relationships/tags" Target="../tags/tag67.xml"/><Relationship Id="rId1" Type="http://schemas.openxmlformats.org/officeDocument/2006/relationships/tags" Target="../tags/tag66.xml"/></Relationships>
</file>

<file path=ppt/slides/_rels/slide3.xml.rels><?xml version="1.0" encoding="UTF-8" standalone="yes"?>
<Relationships xmlns="http://schemas.openxmlformats.org/package/2006/relationships"><Relationship Id="rId4" Type="http://schemas.openxmlformats.org/officeDocument/2006/relationships/slideLayout" Target="../slideLayouts/slideLayout2.xml"/><Relationship Id="rId3" Type="http://schemas.openxmlformats.org/officeDocument/2006/relationships/tags" Target="../tags/tag71.xml"/><Relationship Id="rId2" Type="http://schemas.openxmlformats.org/officeDocument/2006/relationships/tags" Target="../tags/tag70.xml"/><Relationship Id="rId1" Type="http://schemas.openxmlformats.org/officeDocument/2006/relationships/tags" Target="../tags/tag69.xml"/></Relationships>
</file>

<file path=ppt/slides/_rels/slide4.xml.rels><?xml version="1.0" encoding="UTF-8" standalone="yes"?>
<Relationships xmlns="http://schemas.openxmlformats.org/package/2006/relationships"><Relationship Id="rId4" Type="http://schemas.openxmlformats.org/officeDocument/2006/relationships/slideLayout" Target="../slideLayouts/slideLayout2.xml"/><Relationship Id="rId3" Type="http://schemas.openxmlformats.org/officeDocument/2006/relationships/tags" Target="../tags/tag74.xml"/><Relationship Id="rId2" Type="http://schemas.openxmlformats.org/officeDocument/2006/relationships/tags" Target="../tags/tag73.xml"/><Relationship Id="rId1" Type="http://schemas.openxmlformats.org/officeDocument/2006/relationships/tags" Target="../tags/tag72.xml"/></Relationships>
</file>

<file path=ppt/slides/_rels/slide5.xml.rels><?xml version="1.0" encoding="UTF-8" standalone="yes"?>
<Relationships xmlns="http://schemas.openxmlformats.org/package/2006/relationships"><Relationship Id="rId3" Type="http://schemas.openxmlformats.org/officeDocument/2006/relationships/slideLayout" Target="../slideLayouts/slideLayout2.xml"/><Relationship Id="rId2" Type="http://schemas.openxmlformats.org/officeDocument/2006/relationships/tags" Target="../tags/tag75.xml"/><Relationship Id="rId1" Type="http://schemas.openxmlformats.org/officeDocument/2006/relationships/image" Target="../media/image1.png"/></Relationships>
</file>

<file path=ppt/slides/_rels/slide6.xml.rels><?xml version="1.0" encoding="UTF-8" standalone="yes"?>
<Relationships xmlns="http://schemas.openxmlformats.org/package/2006/relationships"><Relationship Id="rId4" Type="http://schemas.openxmlformats.org/officeDocument/2006/relationships/slideLayout" Target="../slideLayouts/slideLayout1.xml"/><Relationship Id="rId3" Type="http://schemas.openxmlformats.org/officeDocument/2006/relationships/tags" Target="../tags/tag78.xml"/><Relationship Id="rId2" Type="http://schemas.openxmlformats.org/officeDocument/2006/relationships/tags" Target="../tags/tag77.xml"/><Relationship Id="rId1" Type="http://schemas.openxmlformats.org/officeDocument/2006/relationships/tags" Target="../tags/tag76.xml"/></Relationships>
</file>

<file path=ppt/slides/_rels/slide7.xml.rels><?xml version="1.0" encoding="UTF-8" standalone="yes"?>
<Relationships xmlns="http://schemas.openxmlformats.org/package/2006/relationships"><Relationship Id="rId5" Type="http://schemas.openxmlformats.org/officeDocument/2006/relationships/slideLayout" Target="../slideLayouts/slideLayout2.xml"/><Relationship Id="rId4" Type="http://schemas.openxmlformats.org/officeDocument/2006/relationships/tags" Target="../tags/tag81.xml"/><Relationship Id="rId3" Type="http://schemas.openxmlformats.org/officeDocument/2006/relationships/image" Target="../media/image2.png"/><Relationship Id="rId2" Type="http://schemas.openxmlformats.org/officeDocument/2006/relationships/tags" Target="../tags/tag80.xml"/><Relationship Id="rId1" Type="http://schemas.openxmlformats.org/officeDocument/2006/relationships/tags" Target="../tags/tag79.xml"/></Relationships>
</file>

<file path=ppt/slides/_rels/slide8.xml.rels><?xml version="1.0" encoding="UTF-8" standalone="yes"?>
<Relationships xmlns="http://schemas.openxmlformats.org/package/2006/relationships"><Relationship Id="rId4" Type="http://schemas.openxmlformats.org/officeDocument/2006/relationships/slideLayout" Target="../slideLayouts/slideLayout2.xml"/><Relationship Id="rId3" Type="http://schemas.openxmlformats.org/officeDocument/2006/relationships/tags" Target="../tags/tag84.xml"/><Relationship Id="rId2" Type="http://schemas.openxmlformats.org/officeDocument/2006/relationships/tags" Target="../tags/tag83.xml"/><Relationship Id="rId1" Type="http://schemas.openxmlformats.org/officeDocument/2006/relationships/tags" Target="../tags/tag82.xml"/></Relationships>
</file>

<file path=ppt/slides/_rels/slide9.xml.rels><?xml version="1.0" encoding="UTF-8" standalone="yes"?>
<Relationships xmlns="http://schemas.openxmlformats.org/package/2006/relationships"><Relationship Id="rId4" Type="http://schemas.openxmlformats.org/officeDocument/2006/relationships/slideLayout" Target="../slideLayouts/slideLayout2.xml"/><Relationship Id="rId3" Type="http://schemas.openxmlformats.org/officeDocument/2006/relationships/tags" Target="../tags/tag87.xml"/><Relationship Id="rId2" Type="http://schemas.openxmlformats.org/officeDocument/2006/relationships/tags" Target="../tags/tag86.xml"/><Relationship Id="rId1" Type="http://schemas.openxmlformats.org/officeDocument/2006/relationships/tags" Target="../tags/tag85.xml"/></Relationships>
</file>

<file path=ppt/slides/_rels/slide10.xml.rels><?xml version="1.0" encoding="UTF-8" standalone="yes"?>
<Relationships xmlns="http://schemas.openxmlformats.org/package/2006/relationships"><Relationship Id="rId4" Type="http://schemas.openxmlformats.org/officeDocument/2006/relationships/slideLayout" Target="../slideLayouts/slideLayout2.xml"/><Relationship Id="rId3" Type="http://schemas.openxmlformats.org/officeDocument/2006/relationships/tags" Target="../tags/tag90.xml"/><Relationship Id="rId2" Type="http://schemas.openxmlformats.org/officeDocument/2006/relationships/tags" Target="../tags/tag89.xml"/><Relationship Id="rId1" Type="http://schemas.openxmlformats.org/officeDocument/2006/relationships/tags" Target="../tags/tag88.xml"/></Relationships>
</file>

<file path=ppt/slides/_rels/slide11.xml.rels><?xml version="1.0" encoding="UTF-8" standalone="yes"?>
<Relationships xmlns="http://schemas.openxmlformats.org/package/2006/relationships"><Relationship Id="rId4" Type="http://schemas.openxmlformats.org/officeDocument/2006/relationships/slideLayout" Target="../slideLayouts/slideLayout2.xml"/><Relationship Id="rId3" Type="http://schemas.openxmlformats.org/officeDocument/2006/relationships/tags" Target="../tags/tag93.xml"/><Relationship Id="rId2" Type="http://schemas.openxmlformats.org/officeDocument/2006/relationships/tags" Target="../tags/tag92.xml"/><Relationship Id="rId1" Type="http://schemas.openxmlformats.org/officeDocument/2006/relationships/tags" Target="../tags/tag91.xml"/></Relationships>
</file>

<file path=ppt/slides/_rels/slide12.xml.rels><?xml version="1.0" encoding="UTF-8" standalone="yes"?>
<Relationships xmlns="http://schemas.openxmlformats.org/package/2006/relationships"><Relationship Id="rId4" Type="http://schemas.openxmlformats.org/officeDocument/2006/relationships/slideLayout" Target="../slideLayouts/slideLayout2.xml"/><Relationship Id="rId3" Type="http://schemas.openxmlformats.org/officeDocument/2006/relationships/tags" Target="../tags/tag96.xml"/><Relationship Id="rId2" Type="http://schemas.openxmlformats.org/officeDocument/2006/relationships/tags" Target="../tags/tag95.xml"/><Relationship Id="rId1" Type="http://schemas.openxmlformats.org/officeDocument/2006/relationships/tags" Target="../tags/tag94.xml"/></Relationships>
</file>

<file path=ppt/slides/_rels/slide13.xml.rels><?xml version="1.0" encoding="UTF-8" standalone="yes"?>
<Relationships xmlns="http://schemas.openxmlformats.org/package/2006/relationships"><Relationship Id="rId4" Type="http://schemas.openxmlformats.org/officeDocument/2006/relationships/slideLayout" Target="../slideLayouts/slideLayout1.xml"/><Relationship Id="rId3" Type="http://schemas.openxmlformats.org/officeDocument/2006/relationships/tags" Target="../tags/tag99.xml"/><Relationship Id="rId2" Type="http://schemas.openxmlformats.org/officeDocument/2006/relationships/tags" Target="../tags/tag98.xml"/><Relationship Id="rId1" Type="http://schemas.openxmlformats.org/officeDocument/2006/relationships/tags" Target="../tags/tag97.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ctrTitle"/>
            <p:custDataLst>
              <p:tags r:id="rId1"/>
            </p:custDataLst>
          </p:nvPr>
        </p:nvSpPr>
        <p:spPr/>
        <p:txBody>
          <a:bodyPr/>
          <a:p>
            <a:r>
              <a:rPr lang="en-US" altLang="en-US" sz="4000"/>
              <a:t>Introduction to IoT System – Educational Platforms: Arduino and Raspberry Pi</a:t>
            </a:r>
            <a:endParaRPr lang="en-US" altLang="en-US" sz="4000"/>
          </a:p>
        </p:txBody>
      </p:sp>
      <p:sp>
        <p:nvSpPr>
          <p:cNvPr id="3" name="Subtitle 2"/>
          <p:cNvSpPr>
            <a:spLocks noGrp="1"/>
          </p:cNvSpPr>
          <p:nvPr>
            <p:ph type="subTitle" idx="1"/>
            <p:custDataLst>
              <p:tags r:id="rId2"/>
            </p:custDataLst>
          </p:nvPr>
        </p:nvSpPr>
        <p:spPr/>
        <p:txBody>
          <a:bodyPr/>
          <a:p>
            <a:r>
              <a:rPr lang="en-US"/>
              <a:t>Vraj Suratwala</a:t>
            </a:r>
            <a:endParaRPr lang="en-US"/>
          </a:p>
          <a:p>
            <a:r>
              <a:rPr lang="en-US"/>
              <a:t>Department of ICT, VNSGU</a:t>
            </a:r>
            <a:endParaRPr lang="en-US"/>
          </a:p>
        </p:txBody>
      </p:sp>
    </p:spTree>
    <p:custDataLst>
      <p:tags r:id="rId3"/>
    </p:custData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2" name="Title 1"/>
          <p:cNvSpPr>
            <a:spLocks noGrp="1"/>
          </p:cNvSpPr>
          <p:nvPr>
            <p:ph type="title"/>
            <p:custDataLst>
              <p:tags r:id="rId1"/>
            </p:custDataLst>
          </p:nvPr>
        </p:nvSpPr>
        <p:spPr/>
        <p:txBody>
          <a:bodyPr/>
          <a:p>
            <a:r>
              <a:rPr lang="en-US"/>
              <a:t>Introduction &amp; Arduino</a:t>
            </a:r>
            <a:endParaRPr lang="en-US"/>
          </a:p>
        </p:txBody>
      </p:sp>
      <p:sp>
        <p:nvSpPr>
          <p:cNvPr id="3" name="Content Placeholder 2"/>
          <p:cNvSpPr>
            <a:spLocks noGrp="1"/>
          </p:cNvSpPr>
          <p:nvPr>
            <p:ph idx="1"/>
            <p:custDataLst>
              <p:tags r:id="rId2"/>
            </p:custDataLst>
          </p:nvPr>
        </p:nvSpPr>
        <p:spPr/>
        <p:txBody>
          <a:bodyPr/>
          <a:p>
            <a:r>
              <a:rPr lang="en-US" altLang="en-US"/>
              <a:t>IoT (Internet of Things) is a system in which physical devices are connected to a network to sense, collect, process and exchange data. IoT systems generally consist of sensors, processing units, communication technologies and actuators.</a:t>
            </a:r>
            <a:endParaRPr lang="en-US" altLang="en-US"/>
          </a:p>
          <a:p>
            <a:r>
              <a:rPr lang="en-US" altLang="en-US"/>
              <a:t>For learning and developing IoT applications, Arduino and Raspberry Pi are two widely used educational platforms.</a:t>
            </a:r>
            <a:endParaRPr lang="en-US" altLang="en-US"/>
          </a:p>
          <a:p>
            <a:r>
              <a:rPr lang="en-US" altLang="en-US"/>
              <a:t>Arduino</a:t>
            </a:r>
            <a:endParaRPr lang="en-US" altLang="en-US"/>
          </a:p>
          <a:p>
            <a:r>
              <a:rPr lang="en-US" altLang="en-US"/>
              <a:t>Arduino is a microcontroller-based development platform used to build electronic and IoT prototypes. It can receive input from sensors, process the input according to a program, and control output devices such as LEDs, motors and displays.</a:t>
            </a:r>
            <a:endParaRPr lang="en-US" altLang="en-US"/>
          </a:p>
        </p:txBody>
      </p:sp>
    </p:spTree>
    <p:custDataLst>
      <p:tags r:id="rId3"/>
    </p:custData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2" name="Title 1"/>
          <p:cNvSpPr>
            <a:spLocks noGrp="1"/>
          </p:cNvSpPr>
          <p:nvPr>
            <p:ph type="title"/>
            <p:custDataLst>
              <p:tags r:id="rId1"/>
            </p:custDataLst>
          </p:nvPr>
        </p:nvSpPr>
        <p:spPr/>
        <p:txBody>
          <a:bodyPr/>
          <a:p>
            <a:r>
              <a:rPr lang="en-US"/>
              <a:t>Arduino</a:t>
            </a:r>
            <a:endParaRPr lang="en-US"/>
          </a:p>
        </p:txBody>
      </p:sp>
      <p:sp>
        <p:nvSpPr>
          <p:cNvPr id="3" name="Content Placeholder 2"/>
          <p:cNvSpPr>
            <a:spLocks noGrp="1"/>
          </p:cNvSpPr>
          <p:nvPr>
            <p:ph idx="1"/>
            <p:custDataLst>
              <p:tags r:id="rId2"/>
            </p:custDataLst>
          </p:nvPr>
        </p:nvSpPr>
        <p:spPr>
          <a:xfrm>
            <a:off x="608330" y="1490345"/>
            <a:ext cx="7409815" cy="4759325"/>
          </a:xfrm>
        </p:spPr>
        <p:txBody>
          <a:bodyPr>
            <a:normAutofit/>
          </a:bodyPr>
          <a:p>
            <a:r>
              <a:rPr lang="en-US" altLang="en-US" b="1">
                <a:latin typeface="Arial Bold" panose="020B0604020202090204" charset="0"/>
                <a:cs typeface="Arial Bold" panose="020B0604020202090204" charset="0"/>
              </a:rPr>
              <a:t>Basic flow:</a:t>
            </a:r>
            <a:endParaRPr lang="en-US" altLang="en-US" b="1">
              <a:latin typeface="Arial Bold" panose="020B0604020202090204" charset="0"/>
              <a:cs typeface="Arial Bold" panose="020B0604020202090204" charset="0"/>
            </a:endParaRPr>
          </a:p>
          <a:p>
            <a:r>
              <a:rPr lang="en-US" altLang="en-US"/>
              <a:t>Sensor/Input → Arduino → Processing → Actuator/Output</a:t>
            </a:r>
            <a:endParaRPr lang="en-US" altLang="en-US"/>
          </a:p>
          <a:p>
            <a:r>
              <a:rPr lang="en-US" altLang="en-US" b="1">
                <a:latin typeface="Arial Bold" panose="020B0604020202090204" charset="0"/>
                <a:cs typeface="Arial Bold" panose="020B0604020202090204" charset="0"/>
              </a:rPr>
              <a:t>Features of Arduino:</a:t>
            </a:r>
            <a:endParaRPr lang="en-US" altLang="en-US" b="1">
              <a:latin typeface="Arial Bold" panose="020B0604020202090204" charset="0"/>
              <a:cs typeface="Arial Bold" panose="020B0604020202090204" charset="0"/>
            </a:endParaRPr>
          </a:p>
          <a:p>
            <a:r>
              <a:rPr lang="en-US" altLang="en-US"/>
              <a:t>Microcontroller-based platform.</a:t>
            </a:r>
            <a:endParaRPr lang="en-US" altLang="en-US"/>
          </a:p>
          <a:p>
            <a:r>
              <a:rPr lang="en-US" altLang="en-US"/>
              <a:t>Simple programming and hardware interface.</a:t>
            </a:r>
            <a:endParaRPr lang="en-US" altLang="en-US"/>
          </a:p>
          <a:p>
            <a:r>
              <a:rPr lang="en-US" altLang="en-US"/>
              <a:t>Supports digital and analog input/output.</a:t>
            </a:r>
            <a:endParaRPr lang="en-US" altLang="en-US"/>
          </a:p>
          <a:p>
            <a:r>
              <a:rPr lang="en-US" altLang="en-US"/>
              <a:t>Can interface with various sensors and actuators.</a:t>
            </a:r>
            <a:endParaRPr lang="en-US" altLang="en-US"/>
          </a:p>
          <a:p>
            <a:r>
              <a:rPr lang="en-US" altLang="en-US"/>
              <a:t>Low cost and suitable for beginners.</a:t>
            </a:r>
            <a:endParaRPr lang="en-US" altLang="en-US"/>
          </a:p>
          <a:p>
            <a:r>
              <a:rPr lang="en-US" altLang="en-US"/>
              <a:t>Commonly used for embedded and IoT prototypes.</a:t>
            </a:r>
            <a:endParaRPr lang="en-US" altLang="en-US"/>
          </a:p>
          <a:p>
            <a:endParaRPr lang="en-US" altLang="en-US"/>
          </a:p>
        </p:txBody>
      </p:sp>
      <p:sp>
        <p:nvSpPr>
          <p:cNvPr id="4" name="Text Box 3"/>
          <p:cNvSpPr txBox="1"/>
          <p:nvPr/>
        </p:nvSpPr>
        <p:spPr>
          <a:xfrm>
            <a:off x="7802245" y="4305300"/>
            <a:ext cx="4293870" cy="1753235"/>
          </a:xfrm>
          <a:prstGeom prst="rect">
            <a:avLst/>
          </a:prstGeom>
          <a:noFill/>
        </p:spPr>
        <p:txBody>
          <a:bodyPr wrap="square" rtlCol="0" anchor="t">
            <a:spAutoFit/>
          </a:bodyPr>
          <a:p>
            <a:r>
              <a:rPr lang="en-US" altLang="en-US">
                <a:sym typeface="+mn-ea"/>
              </a:rPr>
              <a:t>Applications:</a:t>
            </a:r>
            <a:endParaRPr lang="en-US" altLang="en-US"/>
          </a:p>
          <a:p>
            <a:r>
              <a:rPr lang="en-US" altLang="en-US">
                <a:sym typeface="+mn-ea"/>
              </a:rPr>
              <a:t>Temperature and humidity monitoring</a:t>
            </a:r>
            <a:endParaRPr lang="en-US" altLang="en-US"/>
          </a:p>
          <a:p>
            <a:r>
              <a:rPr lang="en-US" altLang="en-US">
                <a:sym typeface="+mn-ea"/>
              </a:rPr>
              <a:t>Smart lighting</a:t>
            </a:r>
            <a:endParaRPr lang="en-US" altLang="en-US"/>
          </a:p>
          <a:p>
            <a:r>
              <a:rPr lang="en-US" altLang="en-US">
                <a:sym typeface="+mn-ea"/>
              </a:rPr>
              <a:t>Home automation</a:t>
            </a:r>
            <a:endParaRPr lang="en-US" altLang="en-US"/>
          </a:p>
          <a:p>
            <a:r>
              <a:rPr lang="en-US" altLang="en-US">
                <a:sym typeface="+mn-ea"/>
              </a:rPr>
              <a:t>Robotics</a:t>
            </a:r>
            <a:endParaRPr lang="en-US" altLang="en-US"/>
          </a:p>
          <a:p>
            <a:r>
              <a:rPr lang="en-US" altLang="en-US">
                <a:sym typeface="+mn-ea"/>
              </a:rPr>
              <a:t>Sensor-based systems</a:t>
            </a:r>
            <a:endParaRPr lang="en-US" altLang="en-US">
              <a:sym typeface="+mn-ea"/>
            </a:endParaRPr>
          </a:p>
        </p:txBody>
      </p:sp>
    </p:spTree>
    <p:custDataLst>
      <p:tags r:id="rId3"/>
    </p:custData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2" name="Title 1"/>
          <p:cNvSpPr>
            <a:spLocks noGrp="1"/>
          </p:cNvSpPr>
          <p:nvPr>
            <p:ph type="title"/>
            <p:custDataLst>
              <p:tags r:id="rId1"/>
            </p:custDataLst>
          </p:nvPr>
        </p:nvSpPr>
        <p:spPr/>
        <p:txBody>
          <a:bodyPr/>
          <a:p>
            <a:r>
              <a:rPr lang="en-US" altLang="en-US"/>
              <a:t>Raspberry Pi</a:t>
            </a:r>
            <a:endParaRPr lang="en-US" altLang="en-US"/>
          </a:p>
        </p:txBody>
      </p:sp>
      <p:sp>
        <p:nvSpPr>
          <p:cNvPr id="3" name="Content Placeholder 2"/>
          <p:cNvSpPr>
            <a:spLocks noGrp="1"/>
          </p:cNvSpPr>
          <p:nvPr>
            <p:ph idx="1"/>
            <p:custDataLst>
              <p:tags r:id="rId2"/>
            </p:custDataLst>
          </p:nvPr>
        </p:nvSpPr>
        <p:spPr/>
        <p:txBody>
          <a:bodyPr>
            <a:normAutofit fontScale="90000" lnSpcReduction="20000"/>
          </a:bodyPr>
          <a:p>
            <a:r>
              <a:rPr lang="en-US" altLang="en-US"/>
              <a:t>Raspberry Pi is a small single-board computer that can run an operating system and execute programs. It provides GPIO pins for connecting sensors and electronic components and also supports communication through interfaces such as USB, Ethernet and wireless networking, depending on the model.</a:t>
            </a:r>
            <a:endParaRPr lang="en-US" altLang="en-US" b="1">
              <a:latin typeface="Arial Bold" panose="020B0604020202090204" charset="0"/>
              <a:cs typeface="Arial Bold" panose="020B0604020202090204" charset="0"/>
            </a:endParaRPr>
          </a:p>
          <a:p>
            <a:r>
              <a:rPr lang="en-US" altLang="en-US" b="1">
                <a:latin typeface="Arial Bold" panose="020B0604020202090204" charset="0"/>
                <a:cs typeface="Arial Bold" panose="020B0604020202090204" charset="0"/>
              </a:rPr>
              <a:t>Basic flow:</a:t>
            </a:r>
            <a:endParaRPr lang="en-US" altLang="en-US"/>
          </a:p>
          <a:p>
            <a:r>
              <a:rPr lang="en-US" altLang="en-US"/>
              <a:t>Sensor/Input → Raspberry Pi → Program/Processing → Network/Actuator</a:t>
            </a:r>
            <a:endParaRPr lang="en-US" altLang="en-US"/>
          </a:p>
          <a:p>
            <a:r>
              <a:rPr lang="en-US" altLang="en-US"/>
              <a:t>Features of Raspberry Pi:</a:t>
            </a:r>
            <a:endParaRPr lang="en-US" altLang="en-US"/>
          </a:p>
          <a:p>
            <a:r>
              <a:rPr lang="en-US" altLang="en-US"/>
              <a:t>Small single-board computer.</a:t>
            </a:r>
            <a:endParaRPr lang="en-US" altLang="en-US"/>
          </a:p>
          <a:p>
            <a:r>
              <a:rPr lang="en-US" altLang="en-US"/>
              <a:t>Runs an operating system.</a:t>
            </a:r>
            <a:endParaRPr lang="en-US" altLang="en-US"/>
          </a:p>
          <a:p>
            <a:r>
              <a:rPr lang="en-US" altLang="en-US"/>
              <a:t>Provides GPIO interfaces.</a:t>
            </a:r>
            <a:endParaRPr lang="en-US" altLang="en-US"/>
          </a:p>
          <a:p>
            <a:r>
              <a:rPr lang="en-US" altLang="en-US"/>
              <a:t>Supports networking and Internet connectivity.</a:t>
            </a:r>
            <a:endParaRPr lang="en-US" altLang="en-US"/>
          </a:p>
          <a:p>
            <a:r>
              <a:rPr lang="en-US" altLang="en-US"/>
              <a:t>Can run programming languages such as Python.</a:t>
            </a:r>
            <a:endParaRPr lang="en-US" altLang="en-US"/>
          </a:p>
          <a:p>
            <a:r>
              <a:rPr lang="en-US" altLang="en-US"/>
              <a:t>Suitable for applications requiring more processing and networking capabilities.</a:t>
            </a:r>
            <a:endParaRPr lang="en-US" altLang="en-US"/>
          </a:p>
        </p:txBody>
      </p:sp>
      <p:sp>
        <p:nvSpPr>
          <p:cNvPr id="4" name="Text Box 3"/>
          <p:cNvSpPr txBox="1"/>
          <p:nvPr/>
        </p:nvSpPr>
        <p:spPr>
          <a:xfrm>
            <a:off x="6930390" y="3732530"/>
            <a:ext cx="5080000" cy="1814830"/>
          </a:xfrm>
          <a:prstGeom prst="rect">
            <a:avLst/>
          </a:prstGeom>
        </p:spPr>
        <p:txBody>
          <a:bodyPr>
            <a:spAutoFit/>
          </a:bodyPr>
          <a:p>
            <a:pPr marL="0" indent="0"/>
            <a:r>
              <a:rPr sz="1600" b="0" i="0">
                <a:solidFill>
                  <a:srgbClr val="000000"/>
                </a:solidFill>
              </a:rPr>
              <a:t>Applications:</a:t>
            </a:r>
            <a:endParaRPr sz="1600" b="0" i="0">
              <a:solidFill>
                <a:srgbClr val="000000"/>
              </a:solidFill>
            </a:endParaRPr>
          </a:p>
          <a:p>
            <a:pPr marL="0" indent="0">
              <a:buFont typeface="Arial" panose="020B0604020202090204"/>
              <a:buChar char="•"/>
            </a:pPr>
            <a:r>
              <a:rPr sz="1600" b="0" i="0">
                <a:solidFill>
                  <a:srgbClr val="000000"/>
                </a:solidFill>
              </a:rPr>
              <a:t>IoT gateways</a:t>
            </a:r>
            <a:endParaRPr sz="1600" b="0" i="0">
              <a:solidFill>
                <a:srgbClr val="000000"/>
              </a:solidFill>
            </a:endParaRPr>
          </a:p>
          <a:p>
            <a:pPr marL="0" indent="0">
              <a:buFont typeface="Arial" panose="020B0604020202090204"/>
              <a:buChar char="•"/>
            </a:pPr>
            <a:r>
              <a:rPr sz="1600" b="0" i="0">
                <a:solidFill>
                  <a:srgbClr val="000000"/>
                </a:solidFill>
              </a:rPr>
              <a:t>Home automation</a:t>
            </a:r>
            <a:endParaRPr sz="1600" b="0" i="0">
              <a:solidFill>
                <a:srgbClr val="000000"/>
              </a:solidFill>
            </a:endParaRPr>
          </a:p>
          <a:p>
            <a:pPr marL="0" indent="0">
              <a:buFont typeface="Arial" panose="020B0604020202090204"/>
              <a:buChar char="•"/>
            </a:pPr>
            <a:r>
              <a:rPr sz="1600" b="0" i="0">
                <a:solidFill>
                  <a:srgbClr val="000000"/>
                </a:solidFill>
              </a:rPr>
              <a:t>Monitoring systems</a:t>
            </a:r>
            <a:endParaRPr sz="1600" b="0" i="0">
              <a:solidFill>
                <a:srgbClr val="000000"/>
              </a:solidFill>
            </a:endParaRPr>
          </a:p>
          <a:p>
            <a:pPr marL="0" indent="0">
              <a:buFont typeface="Arial" panose="020B0604020202090204"/>
              <a:buChar char="•"/>
            </a:pPr>
            <a:r>
              <a:rPr sz="1600" b="0" i="0">
                <a:solidFill>
                  <a:srgbClr val="000000"/>
                </a:solidFill>
              </a:rPr>
              <a:t>Robotics</a:t>
            </a:r>
            <a:endParaRPr sz="1600" b="0" i="0">
              <a:solidFill>
                <a:srgbClr val="000000"/>
              </a:solidFill>
            </a:endParaRPr>
          </a:p>
          <a:p>
            <a:pPr marL="0" indent="0">
              <a:buFont typeface="Arial" panose="020B0604020202090204"/>
              <a:buChar char="•"/>
            </a:pPr>
            <a:r>
              <a:rPr sz="1600" b="0" i="0">
                <a:solidFill>
                  <a:srgbClr val="000000"/>
                </a:solidFill>
              </a:rPr>
              <a:t>Edge computing</a:t>
            </a:r>
            <a:endParaRPr sz="1600" b="0" i="0">
              <a:solidFill>
                <a:srgbClr val="000000"/>
              </a:solidFill>
            </a:endParaRPr>
          </a:p>
          <a:p>
            <a:pPr marL="0" indent="0">
              <a:buFont typeface="Arial" panose="020B0604020202090204"/>
              <a:buChar char="•"/>
            </a:pPr>
            <a:r>
              <a:rPr sz="1600" b="0" i="0">
                <a:solidFill>
                  <a:srgbClr val="000000"/>
                </a:solidFill>
              </a:rPr>
              <a:t>Web-based IoT applications</a:t>
            </a:r>
            <a:endParaRPr sz="1600" b="0" i="0">
              <a:solidFill>
                <a:srgbClr val="000000"/>
              </a:solidFill>
            </a:endParaRPr>
          </a:p>
        </p:txBody>
      </p:sp>
    </p:spTree>
    <p:custDataLst>
      <p:tags r:id="rId3"/>
    </p:custData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pic>
        <p:nvPicPr>
          <p:cNvPr id="4" name="Picture 3" descr="Screenshot 2026-09-05 at 7.45.46 PM"/>
          <p:cNvPicPr>
            <a:picLocks noChangeAspect="1"/>
          </p:cNvPicPr>
          <p:nvPr/>
        </p:nvPicPr>
        <p:blipFill>
          <a:blip r:embed="rId1"/>
          <a:stretch>
            <a:fillRect/>
          </a:stretch>
        </p:blipFill>
        <p:spPr>
          <a:xfrm>
            <a:off x="381000" y="298450"/>
            <a:ext cx="10210800" cy="6261100"/>
          </a:xfrm>
          <a:prstGeom prst="rect">
            <a:avLst/>
          </a:prstGeom>
        </p:spPr>
      </p:pic>
    </p:spTree>
    <p:custDataLst>
      <p:tags r:id="rId2"/>
    </p:custData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2" name="Title 1"/>
          <p:cNvSpPr>
            <a:spLocks noGrp="1"/>
          </p:cNvSpPr>
          <p:nvPr>
            <p:ph type="ctrTitle"/>
            <p:custDataLst>
              <p:tags r:id="rId1"/>
            </p:custDataLst>
          </p:nvPr>
        </p:nvSpPr>
        <p:spPr/>
        <p:txBody>
          <a:bodyPr>
            <a:normAutofit fontScale="90000"/>
          </a:bodyPr>
          <a:p>
            <a:r>
              <a:rPr lang="en-US" altLang="en-US"/>
              <a:t>Introduction of Raspberry Pi – Hardware and Peripherals</a:t>
            </a:r>
            <a:endParaRPr lang="en-US" altLang="en-US"/>
          </a:p>
        </p:txBody>
      </p:sp>
      <p:sp>
        <p:nvSpPr>
          <p:cNvPr id="4" name="Subtitle 3"/>
          <p:cNvSpPr>
            <a:spLocks noGrp="1"/>
          </p:cNvSpPr>
          <p:nvPr>
            <p:ph type="subTitle" idx="1"/>
            <p:custDataLst>
              <p:tags r:id="rId2"/>
            </p:custDataLst>
          </p:nvPr>
        </p:nvSpPr>
        <p:spPr/>
        <p:txBody>
          <a:bodyPr/>
          <a:p>
            <a:r>
              <a:rPr lang="en-US"/>
              <a:t>Vraj Suratwala</a:t>
            </a:r>
            <a:endParaRPr lang="en-US"/>
          </a:p>
        </p:txBody>
      </p:sp>
    </p:spTree>
    <p:custDataLst>
      <p:tags r:id="rId3"/>
    </p:custData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2" name="Title 1"/>
          <p:cNvSpPr>
            <a:spLocks noGrp="1"/>
          </p:cNvSpPr>
          <p:nvPr>
            <p:ph type="title"/>
            <p:custDataLst>
              <p:tags r:id="rId1"/>
            </p:custDataLst>
          </p:nvPr>
        </p:nvSpPr>
        <p:spPr/>
        <p:txBody>
          <a:bodyPr/>
          <a:p>
            <a:r>
              <a:rPr lang="en-US"/>
              <a:t>Introduction</a:t>
            </a:r>
            <a:endParaRPr lang="en-US"/>
          </a:p>
        </p:txBody>
      </p:sp>
      <p:sp>
        <p:nvSpPr>
          <p:cNvPr id="3" name="Content Placeholder 2"/>
          <p:cNvSpPr>
            <a:spLocks noGrp="1"/>
          </p:cNvSpPr>
          <p:nvPr>
            <p:ph idx="1"/>
            <p:custDataLst>
              <p:tags r:id="rId2"/>
            </p:custDataLst>
          </p:nvPr>
        </p:nvSpPr>
        <p:spPr/>
        <p:txBody>
          <a:bodyPr/>
          <a:p>
            <a:r>
              <a:rPr lang="en-US" altLang="en-US"/>
              <a:t>Raspberry Pi is a compact single-board computer (SBC) designed for education, programming, electronics and embedded applications. Unlike a basic microcontroller board, Raspberry Pi can run an operating system and perform tasks similar to a small computer.</a:t>
            </a:r>
            <a:endParaRPr lang="en-US" altLang="en-US"/>
          </a:p>
        </p:txBody>
      </p:sp>
      <p:pic>
        <p:nvPicPr>
          <p:cNvPr id="4" name="Picture 3" descr="Screenshot 2026-09-05 at 7.47.07 PM"/>
          <p:cNvPicPr>
            <a:picLocks noChangeAspect="1"/>
          </p:cNvPicPr>
          <p:nvPr/>
        </p:nvPicPr>
        <p:blipFill>
          <a:blip r:embed="rId3"/>
          <a:stretch>
            <a:fillRect/>
          </a:stretch>
        </p:blipFill>
        <p:spPr>
          <a:xfrm>
            <a:off x="2724150" y="2837180"/>
            <a:ext cx="8094980" cy="3886835"/>
          </a:xfrm>
          <a:prstGeom prst="rect">
            <a:avLst/>
          </a:prstGeom>
        </p:spPr>
      </p:pic>
    </p:spTree>
    <p:custDataLst>
      <p:tags r:id="rId4"/>
    </p:custData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2" name="Title 1"/>
          <p:cNvSpPr>
            <a:spLocks noGrp="1"/>
          </p:cNvSpPr>
          <p:nvPr>
            <p:ph type="title"/>
            <p:custDataLst>
              <p:tags r:id="rId1"/>
            </p:custDataLst>
          </p:nvPr>
        </p:nvSpPr>
        <p:spPr/>
        <p:txBody>
          <a:bodyPr/>
          <a:p>
            <a:r>
              <a:rPr lang="en-US" altLang="en-US"/>
              <a:t>Major Hardware Components</a:t>
            </a:r>
            <a:endParaRPr lang="en-US" altLang="en-US"/>
          </a:p>
        </p:txBody>
      </p:sp>
      <p:sp>
        <p:nvSpPr>
          <p:cNvPr id="3" name="Content Placeholder 2"/>
          <p:cNvSpPr>
            <a:spLocks noGrp="1"/>
          </p:cNvSpPr>
          <p:nvPr>
            <p:ph idx="1"/>
            <p:custDataLst>
              <p:tags r:id="rId2"/>
            </p:custDataLst>
          </p:nvPr>
        </p:nvSpPr>
        <p:spPr/>
        <p:txBody>
          <a:bodyPr>
            <a:noAutofit/>
          </a:bodyPr>
          <a:p>
            <a:r>
              <a:rPr lang="en-US" altLang="en-US" sz="2000"/>
              <a:t>1. Processor (CPU)</a:t>
            </a:r>
            <a:endParaRPr lang="en-US" altLang="en-US" sz="2000"/>
          </a:p>
          <a:p>
            <a:pPr lvl="1"/>
            <a:r>
              <a:rPr lang="en-US" altLang="en-US" sz="1800"/>
              <a:t>The processor performs calculations and executes instructions. Raspberry Pi models use ARM-based processors.</a:t>
            </a:r>
            <a:endParaRPr lang="en-US" altLang="en-US" sz="1800"/>
          </a:p>
          <a:p>
            <a:endParaRPr lang="en-US" altLang="en-US" sz="2000"/>
          </a:p>
          <a:p>
            <a:r>
              <a:rPr lang="en-US" altLang="en-US" sz="2000"/>
              <a:t>2. RAM</a:t>
            </a:r>
            <a:endParaRPr lang="en-US" altLang="en-US" sz="2000"/>
          </a:p>
          <a:p>
            <a:pPr lvl="1"/>
            <a:r>
              <a:rPr lang="en-US" altLang="en-US" sz="1800"/>
              <a:t>RAM temporarily stores programs and data that are currently being processed. The amount of RAM depends on the Raspberry Pi model.</a:t>
            </a:r>
            <a:endParaRPr lang="en-US" altLang="en-US" sz="1800"/>
          </a:p>
          <a:p>
            <a:endParaRPr lang="en-US" altLang="en-US" sz="2000"/>
          </a:p>
          <a:p>
            <a:r>
              <a:rPr lang="en-US" altLang="en-US" sz="2000"/>
              <a:t>3. Storage</a:t>
            </a:r>
            <a:endParaRPr lang="en-US" altLang="en-US" sz="2000"/>
          </a:p>
          <a:p>
            <a:pPr lvl="1"/>
            <a:r>
              <a:rPr lang="en-US" altLang="en-US" sz="1800"/>
              <a:t>Raspberry Pi commonly uses a microSD card for storing the operating system, programs and user data.</a:t>
            </a:r>
            <a:endParaRPr lang="en-US" altLang="en-US" sz="1800"/>
          </a:p>
          <a:p>
            <a:endParaRPr lang="en-US" altLang="en-US" sz="2000"/>
          </a:p>
          <a:p>
            <a:endParaRPr lang="en-US" altLang="en-US" sz="2000"/>
          </a:p>
        </p:txBody>
      </p:sp>
    </p:spTree>
    <p:custDataLst>
      <p:tags r:id="rId3"/>
    </p:custDataLst>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2" name="Title 1"/>
          <p:cNvSpPr>
            <a:spLocks noGrp="1"/>
          </p:cNvSpPr>
          <p:nvPr>
            <p:ph type="title"/>
            <p:custDataLst>
              <p:tags r:id="rId1"/>
            </p:custDataLst>
          </p:nvPr>
        </p:nvSpPr>
        <p:spPr/>
        <p:txBody>
          <a:bodyPr/>
          <a:p>
            <a:r>
              <a:rPr lang="en-US" altLang="en-US">
                <a:sym typeface="+mn-ea"/>
              </a:rPr>
              <a:t>Major Hardware Components</a:t>
            </a:r>
            <a:endParaRPr lang="en-US"/>
          </a:p>
        </p:txBody>
      </p:sp>
      <p:sp>
        <p:nvSpPr>
          <p:cNvPr id="3" name="Content Placeholder 2"/>
          <p:cNvSpPr>
            <a:spLocks noGrp="1"/>
          </p:cNvSpPr>
          <p:nvPr>
            <p:ph idx="1"/>
            <p:custDataLst>
              <p:tags r:id="rId2"/>
            </p:custDataLst>
          </p:nvPr>
        </p:nvSpPr>
        <p:spPr/>
        <p:txBody>
          <a:bodyPr/>
          <a:p>
            <a:r>
              <a:rPr lang="en-US" altLang="en-US" sz="1800">
                <a:sym typeface="+mn-ea"/>
              </a:rPr>
              <a:t>4. GPIO Pins</a:t>
            </a:r>
            <a:endParaRPr lang="en-US" altLang="en-US" sz="1800"/>
          </a:p>
          <a:p>
            <a:pPr lvl="1"/>
            <a:r>
              <a:rPr lang="en-US" altLang="en-US" sz="1800">
                <a:sym typeface="+mn-ea"/>
              </a:rPr>
              <a:t>GPIO stands for General Purpose Input/Output. These pins allow Raspberry Pi to communicate with external electronic components such as:</a:t>
            </a:r>
            <a:endParaRPr lang="en-US" altLang="en-US" sz="1800"/>
          </a:p>
          <a:p>
            <a:pPr lvl="1"/>
            <a:r>
              <a:rPr lang="en-US" altLang="en-US" sz="1800">
                <a:sym typeface="+mn-ea"/>
              </a:rPr>
              <a:t>LEDs</a:t>
            </a:r>
            <a:endParaRPr lang="en-US" altLang="en-US" sz="1800"/>
          </a:p>
          <a:p>
            <a:pPr lvl="1"/>
            <a:r>
              <a:rPr lang="en-US" altLang="en-US" sz="1800">
                <a:sym typeface="+mn-ea"/>
              </a:rPr>
              <a:t>Push buttons</a:t>
            </a:r>
            <a:endParaRPr lang="en-US" altLang="en-US" sz="1800"/>
          </a:p>
          <a:p>
            <a:pPr lvl="1"/>
            <a:r>
              <a:rPr lang="en-US" altLang="en-US" sz="1800">
                <a:sym typeface="+mn-ea"/>
              </a:rPr>
              <a:t>Sensors</a:t>
            </a:r>
            <a:endParaRPr lang="en-US" altLang="en-US" sz="1800"/>
          </a:p>
          <a:p>
            <a:pPr lvl="1"/>
            <a:r>
              <a:rPr lang="en-US" altLang="en-US" sz="1800">
                <a:sym typeface="+mn-ea"/>
              </a:rPr>
              <a:t>Relays</a:t>
            </a:r>
            <a:endParaRPr lang="en-US" altLang="en-US" sz="1800"/>
          </a:p>
          <a:p>
            <a:pPr lvl="1"/>
            <a:r>
              <a:rPr lang="en-US" altLang="en-US" sz="1800">
                <a:sym typeface="+mn-ea"/>
              </a:rPr>
              <a:t>Displays</a:t>
            </a:r>
            <a:endParaRPr lang="en-US" altLang="en-US" sz="1800"/>
          </a:p>
          <a:p>
            <a:r>
              <a:rPr lang="en-US" altLang="en-US" sz="1800"/>
              <a:t>GPIO pins can be configured as inputs or outputs.</a:t>
            </a:r>
            <a:endParaRPr lang="en-US" altLang="en-US" sz="1800"/>
          </a:p>
          <a:p>
            <a:endParaRPr lang="en-US" altLang="en-US" sz="1800"/>
          </a:p>
        </p:txBody>
      </p:sp>
    </p:spTree>
    <p:custDataLst>
      <p:tags r:id="rId3"/>
    </p:custDataLst>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2" name="Title 1"/>
          <p:cNvSpPr>
            <a:spLocks noGrp="1"/>
          </p:cNvSpPr>
          <p:nvPr>
            <p:ph type="title"/>
            <p:custDataLst>
              <p:tags r:id="rId1"/>
            </p:custDataLst>
          </p:nvPr>
        </p:nvSpPr>
        <p:spPr/>
        <p:txBody>
          <a:bodyPr/>
          <a:p>
            <a:r>
              <a:rPr lang="en-US" altLang="en-US">
                <a:sym typeface="+mn-ea"/>
              </a:rPr>
              <a:t>Major Hardware Components</a:t>
            </a:r>
            <a:endParaRPr lang="en-US"/>
          </a:p>
        </p:txBody>
      </p:sp>
      <p:sp>
        <p:nvSpPr>
          <p:cNvPr id="3" name="Content Placeholder 2"/>
          <p:cNvSpPr>
            <a:spLocks noGrp="1"/>
          </p:cNvSpPr>
          <p:nvPr>
            <p:ph idx="1"/>
            <p:custDataLst>
              <p:tags r:id="rId2"/>
            </p:custDataLst>
          </p:nvPr>
        </p:nvSpPr>
        <p:spPr/>
        <p:txBody>
          <a:bodyPr>
            <a:normAutofit fontScale="90000"/>
          </a:bodyPr>
          <a:p>
            <a:r>
              <a:rPr lang="en-US" altLang="en-US"/>
              <a:t>5. USB Ports</a:t>
            </a:r>
            <a:endParaRPr lang="en-US" altLang="en-US"/>
          </a:p>
          <a:p>
            <a:pPr lvl="1"/>
            <a:r>
              <a:rPr lang="en-US" altLang="en-US"/>
              <a:t>USB ports allow connection of peripherals such as:</a:t>
            </a:r>
            <a:endParaRPr lang="en-US" altLang="en-US"/>
          </a:p>
          <a:p>
            <a:pPr lvl="1"/>
            <a:r>
              <a:rPr lang="en-US" altLang="en-US"/>
              <a:t>Keyboard</a:t>
            </a:r>
            <a:endParaRPr lang="en-US" altLang="en-US"/>
          </a:p>
          <a:p>
            <a:pPr lvl="1"/>
            <a:r>
              <a:rPr lang="en-US" altLang="en-US"/>
              <a:t>Mouse</a:t>
            </a:r>
            <a:endParaRPr lang="en-US" altLang="en-US"/>
          </a:p>
          <a:p>
            <a:pPr lvl="1"/>
            <a:r>
              <a:rPr lang="en-US" altLang="en-US"/>
              <a:t>USB storage</a:t>
            </a:r>
            <a:endParaRPr lang="en-US" altLang="en-US"/>
          </a:p>
          <a:p>
            <a:pPr lvl="1"/>
            <a:r>
              <a:rPr lang="en-US" altLang="en-US"/>
              <a:t>Cameras and other USB devices</a:t>
            </a:r>
            <a:endParaRPr lang="en-US" altLang="en-US"/>
          </a:p>
          <a:p>
            <a:endParaRPr lang="en-US" altLang="en-US"/>
          </a:p>
          <a:p>
            <a:r>
              <a:rPr lang="en-US" altLang="en-US"/>
              <a:t>6. HDMI</a:t>
            </a:r>
            <a:endParaRPr lang="en-US" altLang="en-US"/>
          </a:p>
          <a:p>
            <a:pPr lvl="1"/>
            <a:r>
              <a:rPr lang="en-US" altLang="en-US"/>
              <a:t>HDMI is used to connect Raspberry Pi to a monitor or display.</a:t>
            </a:r>
            <a:endParaRPr lang="en-US" altLang="en-US"/>
          </a:p>
          <a:p>
            <a:endParaRPr lang="en-US" altLang="en-US"/>
          </a:p>
          <a:p>
            <a:r>
              <a:rPr lang="en-US" altLang="en-US"/>
              <a:t>7. Ethernet</a:t>
            </a:r>
            <a:endParaRPr lang="en-US" altLang="en-US"/>
          </a:p>
          <a:p>
            <a:pPr lvl="1"/>
            <a:r>
              <a:rPr lang="en-US" altLang="en-US"/>
              <a:t>The Ethernet interface provides wired network connectivity on models that include it.</a:t>
            </a:r>
            <a:endParaRPr lang="en-US" altLang="en-US"/>
          </a:p>
        </p:txBody>
      </p:sp>
    </p:spTree>
    <p:custDataLst>
      <p:tags r:id="rId3"/>
    </p:custDataLst>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2" name="Title 1"/>
          <p:cNvSpPr>
            <a:spLocks noGrp="1"/>
          </p:cNvSpPr>
          <p:nvPr>
            <p:ph type="title"/>
            <p:custDataLst>
              <p:tags r:id="rId1"/>
            </p:custDataLst>
          </p:nvPr>
        </p:nvSpPr>
        <p:spPr/>
        <p:txBody>
          <a:bodyPr/>
          <a:p>
            <a:r>
              <a:rPr lang="en-US" altLang="en-US">
                <a:sym typeface="+mn-ea"/>
              </a:rPr>
              <a:t>Major Hardware Components</a:t>
            </a:r>
            <a:endParaRPr lang="en-US"/>
          </a:p>
        </p:txBody>
      </p:sp>
      <p:sp>
        <p:nvSpPr>
          <p:cNvPr id="3" name="Content Placeholder 2"/>
          <p:cNvSpPr>
            <a:spLocks noGrp="1"/>
          </p:cNvSpPr>
          <p:nvPr>
            <p:ph idx="1"/>
            <p:custDataLst>
              <p:tags r:id="rId2"/>
            </p:custDataLst>
          </p:nvPr>
        </p:nvSpPr>
        <p:spPr/>
        <p:txBody>
          <a:bodyPr/>
          <a:p>
            <a:r>
              <a:rPr lang="en-US" altLang="en-US"/>
              <a:t>8. Wireless Connectivity</a:t>
            </a:r>
            <a:endParaRPr lang="en-US" altLang="en-US"/>
          </a:p>
          <a:p>
            <a:r>
              <a:rPr lang="en-US" altLang="en-US"/>
              <a:t>Many Raspberry Pi models provide Wi-Fi and Bluetooth, allowing wireless communication with networks and devices.</a:t>
            </a:r>
            <a:endParaRPr lang="en-US" altLang="en-US"/>
          </a:p>
          <a:p>
            <a:endParaRPr lang="en-US" altLang="en-US"/>
          </a:p>
          <a:p>
            <a:r>
              <a:rPr lang="en-US" altLang="en-US"/>
              <a:t>9. Power Supply</a:t>
            </a:r>
            <a:endParaRPr lang="en-US" altLang="en-US"/>
          </a:p>
          <a:p>
            <a:r>
              <a:rPr lang="en-US" altLang="en-US"/>
              <a:t>Raspberry Pi requires an external power supply, typically connected through its designated power connector.</a:t>
            </a:r>
            <a:endParaRPr lang="en-US" altLang="en-US"/>
          </a:p>
        </p:txBody>
      </p:sp>
    </p:spTree>
    <p:custDataLst>
      <p:tags r:id="rId3"/>
    </p:custDataLst>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2" name="Title 1"/>
          <p:cNvSpPr>
            <a:spLocks noGrp="1"/>
          </p:cNvSpPr>
          <p:nvPr>
            <p:ph type="title"/>
            <p:custDataLst>
              <p:tags r:id="rId1"/>
            </p:custDataLst>
          </p:nvPr>
        </p:nvSpPr>
        <p:spPr/>
        <p:txBody>
          <a:bodyPr/>
          <a:p>
            <a:r>
              <a:rPr lang="en-US" altLang="en-US">
                <a:sym typeface="+mn-ea"/>
              </a:rPr>
              <a:t>Raspberry Pi Peripherals</a:t>
            </a:r>
            <a:endParaRPr lang="en-US"/>
          </a:p>
        </p:txBody>
      </p:sp>
      <p:sp>
        <p:nvSpPr>
          <p:cNvPr id="3" name="Content Placeholder 2"/>
          <p:cNvSpPr>
            <a:spLocks noGrp="1"/>
          </p:cNvSpPr>
          <p:nvPr>
            <p:ph idx="1"/>
            <p:custDataLst>
              <p:tags r:id="rId2"/>
            </p:custDataLst>
          </p:nvPr>
        </p:nvSpPr>
        <p:spPr/>
        <p:txBody>
          <a:bodyPr>
            <a:noAutofit/>
          </a:bodyPr>
          <a:p>
            <a:r>
              <a:rPr lang="en-US" altLang="en-US"/>
              <a:t>A peripheral is an external or supporting device that communicates with the Raspberry Pi.</a:t>
            </a:r>
            <a:endParaRPr lang="en-US" altLang="en-US"/>
          </a:p>
          <a:p>
            <a:r>
              <a:rPr lang="en-US" altLang="en-US"/>
              <a:t>Common peripherals include:</a:t>
            </a:r>
            <a:endParaRPr lang="en-US" altLang="en-US"/>
          </a:p>
          <a:p>
            <a:r>
              <a:rPr lang="en-US" altLang="en-US" b="1">
                <a:latin typeface="Arial Bold" panose="020B0604020202090204" charset="0"/>
                <a:cs typeface="Arial Bold" panose="020B0604020202090204" charset="0"/>
              </a:rPr>
              <a:t>Peripheral		Purpose</a:t>
            </a:r>
            <a:endParaRPr lang="en-US" altLang="en-US" b="1">
              <a:latin typeface="Arial Bold" panose="020B0604020202090204" charset="0"/>
              <a:cs typeface="Arial Bold" panose="020B0604020202090204" charset="0"/>
            </a:endParaRPr>
          </a:p>
          <a:p>
            <a:pPr lvl="1"/>
            <a:r>
              <a:rPr lang="en-US" altLang="en-US"/>
              <a:t>LED			Visual output</a:t>
            </a:r>
            <a:endParaRPr lang="en-US" altLang="en-US"/>
          </a:p>
          <a:p>
            <a:pPr lvl="1"/>
            <a:r>
              <a:rPr lang="en-US" altLang="en-US"/>
              <a:t>Push Button		User input</a:t>
            </a:r>
            <a:endParaRPr lang="en-US" altLang="en-US"/>
          </a:p>
          <a:p>
            <a:pPr lvl="1"/>
            <a:r>
              <a:rPr lang="en-US" altLang="en-US"/>
              <a:t>Temperature Sensor	Temperature measurement</a:t>
            </a:r>
            <a:endParaRPr lang="en-US" altLang="en-US"/>
          </a:p>
          <a:p>
            <a:pPr lvl="1"/>
            <a:r>
              <a:rPr lang="en-US" altLang="en-US"/>
              <a:t>Ultrasonic Sensor	Distance measurement</a:t>
            </a:r>
            <a:endParaRPr lang="en-US" altLang="en-US"/>
          </a:p>
          <a:p>
            <a:pPr lvl="1"/>
            <a:r>
              <a:rPr lang="en-US" altLang="en-US"/>
              <a:t>Camera		Image/video capture</a:t>
            </a:r>
            <a:endParaRPr lang="en-US" altLang="en-US"/>
          </a:p>
          <a:p>
            <a:pPr lvl="1"/>
            <a:r>
              <a:rPr lang="en-US" altLang="en-US"/>
              <a:t>LCD/Display		Display information</a:t>
            </a:r>
            <a:endParaRPr lang="en-US" altLang="en-US"/>
          </a:p>
          <a:p>
            <a:pPr lvl="1"/>
            <a:r>
              <a:rPr lang="en-US" altLang="en-US"/>
              <a:t>Motor			Mechanical movement</a:t>
            </a:r>
            <a:endParaRPr lang="en-US" altLang="en-US"/>
          </a:p>
          <a:p>
            <a:pPr lvl="1"/>
            <a:r>
              <a:rPr lang="en-US" altLang="en-US"/>
              <a:t>Relay			Control electrical devices</a:t>
            </a:r>
            <a:endParaRPr lang="en-US" altLang="en-US"/>
          </a:p>
          <a:p>
            <a:pPr lvl="1"/>
            <a:r>
              <a:rPr lang="en-US" altLang="en-US"/>
              <a:t>Keyboard &amp; Mouse	User interactio</a:t>
            </a:r>
            <a:endParaRPr lang="en-US" altLang="en-US"/>
          </a:p>
        </p:txBody>
      </p:sp>
    </p:spTree>
    <p:custDataLst>
      <p:tags r:id="rId3"/>
    </p:custDataLst>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4" name="Title 3"/>
          <p:cNvSpPr>
            <a:spLocks noGrp="1"/>
          </p:cNvSpPr>
          <p:nvPr>
            <p:ph type="ctrTitle"/>
            <p:custDataLst>
              <p:tags r:id="rId1"/>
            </p:custDataLst>
          </p:nvPr>
        </p:nvSpPr>
        <p:spPr/>
        <p:txBody>
          <a:bodyPr/>
          <a:p>
            <a:r>
              <a:rPr lang="en-US"/>
              <a:t>Thank You</a:t>
            </a:r>
            <a:endParaRPr lang="en-US"/>
          </a:p>
        </p:txBody>
      </p:sp>
      <p:sp>
        <p:nvSpPr>
          <p:cNvPr id="5" name="Subtitle 4"/>
          <p:cNvSpPr>
            <a:spLocks noGrp="1"/>
          </p:cNvSpPr>
          <p:nvPr>
            <p:ph type="subTitle" idx="1"/>
            <p:custDataLst>
              <p:tags r:id="rId2"/>
            </p:custDataLst>
          </p:nvPr>
        </p:nvSpPr>
        <p:spPr/>
        <p:txBody>
          <a:bodyPr/>
          <a:p>
            <a:r>
              <a:rPr lang="en-US"/>
              <a:t>Vraj Suratwala</a:t>
            </a:r>
            <a:endParaRPr lang="en-US"/>
          </a:p>
          <a:p>
            <a:r>
              <a:rPr lang="en-US"/>
              <a:t>Department of ICT, VNSGU</a:t>
            </a:r>
            <a:endParaRPr lang="en-US"/>
          </a:p>
        </p:txBody>
      </p:sp>
      <p:sp>
        <p:nvSpPr>
          <p:cNvPr id="6" name="Text Box 5"/>
          <p:cNvSpPr txBox="1"/>
          <p:nvPr/>
        </p:nvSpPr>
        <p:spPr>
          <a:xfrm>
            <a:off x="5066665" y="6167755"/>
            <a:ext cx="4064000" cy="368300"/>
          </a:xfrm>
          <a:prstGeom prst="rect">
            <a:avLst/>
          </a:prstGeom>
          <a:noFill/>
        </p:spPr>
        <p:txBody>
          <a:bodyPr wrap="square" rtlCol="0">
            <a:spAutoFit/>
          </a:bodyPr>
          <a:p>
            <a:endParaRPr lang="en-US"/>
          </a:p>
        </p:txBody>
      </p:sp>
    </p:spTree>
    <p:custDataLst>
      <p:tags r:id="rId3"/>
    </p:custDataLst>
  </p:cSld>
  <p:clrMapOvr>
    <a:masterClrMapping/>
  </p:clrMapOvr>
</p:sld>
</file>

<file path=ppt/tags/tag1.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1**"/>
  <p:tag name="KSO_WM_UNIT_LAYERLEVEL" val="1"/>
  <p:tag name="KSO_WM_TAG_VERSION" val="1.0"/>
  <p:tag name="KSO_WM_BEAUTIFY_FLAG" val="#wm#"/>
</p:tagLst>
</file>

<file path=ppt/tags/tag2.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1**"/>
  <p:tag name="KSO_WM_UNIT_LAYERLEVEL" val="1"/>
  <p:tag name="KSO_WM_TAG_VERSION" val="1.0"/>
  <p:tag name="KSO_WM_BEAUTIFY_FLAG" val="#wm#"/>
</p:tagLst>
</file>

<file path=ppt/tags/tag3.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1**"/>
  <p:tag name="KSO_WM_UNIT_LAYERLEVEL" val="1"/>
  <p:tag name="KSO_WM_TAG_VERSION" val="1.0"/>
  <p:tag name="KSO_WM_BEAUTIFY_FLAG" val="#wm#"/>
</p:tagLst>
</file>

<file path=ppt/tags/tag4.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1**"/>
  <p:tag name="KSO_WM_UNIT_LAYERLEVEL" val="1"/>
  <p:tag name="KSO_WM_TAG_VERSION" val="1.0"/>
  <p:tag name="KSO_WM_BEAUTIFY_FLAG" val="#wm#"/>
</p:tagLst>
</file>

<file path=ppt/tags/tag5.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1**"/>
  <p:tag name="KSO_WM_UNIT_LAYERLEVEL" val="1"/>
  <p:tag name="KSO_WM_TAG_VERSION" val="1.0"/>
  <p:tag name="KSO_WM_BEAUTIFY_FLAG" val="#wm#"/>
</p:tagLst>
</file>

<file path=ppt/tags/tag6.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2**"/>
  <p:tag name="KSO_WM_UNIT_LAYERLEVEL" val="1"/>
  <p:tag name="KSO_WM_TAG_VERSION" val="1.0"/>
  <p:tag name="KSO_WM_BEAUTIFY_FLAG" val="#wm#"/>
</p:tagLst>
</file>

<file path=ppt/tags/tag7.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2**"/>
  <p:tag name="KSO_WM_UNIT_LAYERLEVEL" val="1"/>
  <p:tag name="KSO_WM_TAG_VERSION" val="1.0"/>
  <p:tag name="KSO_WM_BEAUTIFY_FLAG" val="#wm#"/>
</p:tagLst>
</file>

<file path=ppt/tags/tag8.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2**"/>
  <p:tag name="KSO_WM_UNIT_LAYERLEVEL" val="1"/>
  <p:tag name="KSO_WM_TAG_VERSION" val="1.0"/>
  <p:tag name="KSO_WM_BEAUTIFY_FLAG" val="#wm#"/>
</p:tagLst>
</file>

<file path=ppt/tags/tag9.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2**"/>
  <p:tag name="KSO_WM_UNIT_LAYERLEVEL" val="1"/>
  <p:tag name="KSO_WM_TAG_VERSION" val="1.0"/>
  <p:tag name="KSO_WM_BEAUTIFY_FLAG" val="#wm#"/>
</p:tagLst>
</file>

<file path=ppt/tags/tag10.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2**"/>
  <p:tag name="KSO_WM_UNIT_LAYERLEVEL" val="1"/>
  <p:tag name="KSO_WM_TAG_VERSION" val="1.0"/>
  <p:tag name="KSO_WM_BEAUTIFY_FLAG" val="#wm#"/>
</p:tagLst>
</file>

<file path=ppt/tags/tag11.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3**"/>
  <p:tag name="KSO_WM_UNIT_LAYERLEVEL" val="1"/>
  <p:tag name="KSO_WM_TAG_VERSION" val="1.0"/>
  <p:tag name="KSO_WM_BEAUTIFY_FLAG" val="#wm#"/>
</p:tagLst>
</file>

<file path=ppt/tags/tag12.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3**"/>
  <p:tag name="KSO_WM_UNIT_LAYERLEVEL" val="1"/>
  <p:tag name="KSO_WM_TAG_VERSION" val="1.0"/>
  <p:tag name="KSO_WM_BEAUTIFY_FLAG" val="#wm#"/>
</p:tagLst>
</file>

<file path=ppt/tags/tag13.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3**"/>
  <p:tag name="KSO_WM_UNIT_LAYERLEVEL" val="1"/>
  <p:tag name="KSO_WM_TAG_VERSION" val="1.0"/>
  <p:tag name="KSO_WM_BEAUTIFY_FLAG" val="#wm#"/>
</p:tagLst>
</file>

<file path=ppt/tags/tag14.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3**"/>
  <p:tag name="KSO_WM_UNIT_LAYERLEVEL" val="1"/>
  <p:tag name="KSO_WM_TAG_VERSION" val="1.0"/>
  <p:tag name="KSO_WM_BEAUTIFY_FLAG" val="#wm#"/>
</p:tagLst>
</file>

<file path=ppt/tags/tag15.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3**"/>
  <p:tag name="KSO_WM_UNIT_LAYERLEVEL" val="1"/>
  <p:tag name="KSO_WM_TAG_VERSION" val="1.0"/>
  <p:tag name="KSO_WM_BEAUTIFY_FLAG" val="#wm#"/>
</p:tagLst>
</file>

<file path=ppt/tags/tag16.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4**"/>
  <p:tag name="KSO_WM_UNIT_LAYERLEVEL" val="1"/>
  <p:tag name="KSO_WM_TAG_VERSION" val="1.0"/>
  <p:tag name="KSO_WM_BEAUTIFY_FLAG" val="#wm#"/>
</p:tagLst>
</file>

<file path=ppt/tags/tag17.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4**"/>
  <p:tag name="KSO_WM_UNIT_LAYERLEVEL" val="1"/>
  <p:tag name="KSO_WM_TAG_VERSION" val="1.0"/>
  <p:tag name="KSO_WM_BEAUTIFY_FLAG" val="#wm#"/>
</p:tagLst>
</file>

<file path=ppt/tags/tag18.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4**"/>
  <p:tag name="KSO_WM_UNIT_LAYERLEVEL" val="1"/>
  <p:tag name="KSO_WM_TAG_VERSION" val="1.0"/>
  <p:tag name="KSO_WM_BEAUTIFY_FLAG" val="#wm#"/>
</p:tagLst>
</file>

<file path=ppt/tags/tag19.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4**"/>
  <p:tag name="KSO_WM_UNIT_LAYERLEVEL" val="1"/>
  <p:tag name="KSO_WM_TAG_VERSION" val="1.0"/>
  <p:tag name="KSO_WM_BEAUTIFY_FLAG" val="#wm#"/>
</p:tagLst>
</file>

<file path=ppt/tags/tag20.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4**"/>
  <p:tag name="KSO_WM_UNIT_LAYERLEVEL" val="1"/>
  <p:tag name="KSO_WM_TAG_VERSION" val="1.0"/>
  <p:tag name="KSO_WM_BEAUTIFY_FLAG" val="#wm#"/>
</p:tagLst>
</file>

<file path=ppt/tags/tag21.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4**"/>
  <p:tag name="KSO_WM_UNIT_LAYERLEVEL" val="1"/>
  <p:tag name="KSO_WM_TAG_VERSION" val="1.0"/>
  <p:tag name="KSO_WM_BEAUTIFY_FLAG" val="#wm#"/>
</p:tagLst>
</file>

<file path=ppt/tags/tag22.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5**"/>
  <p:tag name="KSO_WM_UNIT_LAYERLEVEL" val="1"/>
  <p:tag name="KSO_WM_TAG_VERSION" val="1.0"/>
  <p:tag name="KSO_WM_BEAUTIFY_FLAG" val="#wm#"/>
</p:tagLst>
</file>

<file path=ppt/tags/tag23.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5**"/>
  <p:tag name="KSO_WM_UNIT_LAYERLEVEL" val="1"/>
  <p:tag name="KSO_WM_TAG_VERSION" val="1.0"/>
  <p:tag name="KSO_WM_BEAUTIFY_FLAG" val="#wm#"/>
</p:tagLst>
</file>

<file path=ppt/tags/tag24.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5**"/>
  <p:tag name="KSO_WM_UNIT_LAYERLEVEL" val="1"/>
  <p:tag name="KSO_WM_TAG_VERSION" val="1.0"/>
  <p:tag name="KSO_WM_BEAUTIFY_FLAG" val="#wm#"/>
</p:tagLst>
</file>

<file path=ppt/tags/tag25.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5**"/>
  <p:tag name="KSO_WM_UNIT_LAYERLEVEL" val="1"/>
  <p:tag name="KSO_WM_TAG_VERSION" val="1.0"/>
  <p:tag name="KSO_WM_BEAUTIFY_FLAG" val="#wm#"/>
</p:tagLst>
</file>

<file path=ppt/tags/tag26.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5**"/>
  <p:tag name="KSO_WM_UNIT_LAYERLEVEL" val="1"/>
  <p:tag name="KSO_WM_TAG_VERSION" val="1.0"/>
  <p:tag name="KSO_WM_BEAUTIFY_FLAG" val="#wm#"/>
</p:tagLst>
</file>

<file path=ppt/tags/tag27.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5**"/>
  <p:tag name="KSO_WM_UNIT_LAYERLEVEL" val="1"/>
  <p:tag name="KSO_WM_TAG_VERSION" val="1.0"/>
  <p:tag name="KSO_WM_BEAUTIFY_FLAG" val="#wm#"/>
</p:tagLst>
</file>

<file path=ppt/tags/tag28.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5**"/>
  <p:tag name="KSO_WM_UNIT_LAYERLEVEL" val="1"/>
  <p:tag name="KSO_WM_TAG_VERSION" val="1.0"/>
  <p:tag name="KSO_WM_BEAUTIFY_FLAG" val="#wm#"/>
</p:tagLst>
</file>

<file path=ppt/tags/tag29.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5**"/>
  <p:tag name="KSO_WM_UNIT_LAYERLEVEL" val="1"/>
  <p:tag name="KSO_WM_TAG_VERSION" val="1.0"/>
  <p:tag name="KSO_WM_BEAUTIFY_FLAG" val="#wm#"/>
</p:tagLst>
</file>

<file path=ppt/tags/tag30.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6**"/>
  <p:tag name="KSO_WM_UNIT_LAYERLEVEL" val="1"/>
  <p:tag name="KSO_WM_TAG_VERSION" val="1.0"/>
  <p:tag name="KSO_WM_BEAUTIFY_FLAG" val="#wm#"/>
</p:tagLst>
</file>

<file path=ppt/tags/tag31.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6**"/>
  <p:tag name="KSO_WM_UNIT_LAYERLEVEL" val="1"/>
  <p:tag name="KSO_WM_TAG_VERSION" val="1.0"/>
  <p:tag name="KSO_WM_BEAUTIFY_FLAG" val="#wm#"/>
</p:tagLst>
</file>

<file path=ppt/tags/tag32.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6**"/>
  <p:tag name="KSO_WM_UNIT_LAYERLEVEL" val="1"/>
  <p:tag name="KSO_WM_TAG_VERSION" val="1.0"/>
  <p:tag name="KSO_WM_BEAUTIFY_FLAG" val="#wm#"/>
</p:tagLst>
</file>

<file path=ppt/tags/tag33.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6**"/>
  <p:tag name="KSO_WM_UNIT_LAYERLEVEL" val="1"/>
  <p:tag name="KSO_WM_TAG_VERSION" val="1.0"/>
  <p:tag name="KSO_WM_BEAUTIFY_FLAG" val="#wm#"/>
</p:tagLst>
</file>

<file path=ppt/tags/tag34.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7**"/>
  <p:tag name="KSO_WM_UNIT_LAYERLEVEL" val="1"/>
  <p:tag name="KSO_WM_TAG_VERSION" val="1.0"/>
  <p:tag name="KSO_WM_BEAUTIFY_FLAG" val="#wm#"/>
</p:tagLst>
</file>

<file path=ppt/tags/tag35.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7**"/>
  <p:tag name="KSO_WM_UNIT_LAYERLEVEL" val="1"/>
  <p:tag name="KSO_WM_TAG_VERSION" val="1.0"/>
  <p:tag name="KSO_WM_BEAUTIFY_FLAG" val="#wm#"/>
</p:tagLst>
</file>

<file path=ppt/tags/tag36.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7**"/>
  <p:tag name="KSO_WM_UNIT_LAYERLEVEL" val="1"/>
  <p:tag name="KSO_WM_TAG_VERSION" val="1.0"/>
  <p:tag name="KSO_WM_BEAUTIFY_FLAG" val="#wm#"/>
</p:tagLst>
</file>

<file path=ppt/tags/tag37.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8**"/>
  <p:tag name="KSO_WM_UNIT_LAYERLEVEL" val="1"/>
  <p:tag name="KSO_WM_TAG_VERSION" val="1.0"/>
  <p:tag name="KSO_WM_BEAUTIFY_FLAG" val="#wm#"/>
</p:tagLst>
</file>

<file path=ppt/tags/tag38.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8**"/>
  <p:tag name="KSO_WM_UNIT_LAYERLEVEL" val="1"/>
  <p:tag name="KSO_WM_TAG_VERSION" val="1.0"/>
  <p:tag name="KSO_WM_BEAUTIFY_FLAG" val="#wm#"/>
</p:tagLst>
</file>

<file path=ppt/tags/tag39.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8**"/>
  <p:tag name="KSO_WM_UNIT_LAYERLEVEL" val="1"/>
  <p:tag name="KSO_WM_TAG_VERSION" val="1.0"/>
  <p:tag name="KSO_WM_BEAUTIFY_FLAG" val="#wm#"/>
</p:tagLst>
</file>

<file path=ppt/tags/tag40.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8**"/>
  <p:tag name="KSO_WM_UNIT_LAYERLEVEL" val="1"/>
  <p:tag name="KSO_WM_TAG_VERSION" val="1.0"/>
  <p:tag name="KSO_WM_BEAUTIFY_FLAG" val="#wm#"/>
</p:tagLst>
</file>

<file path=ppt/tags/tag41.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8**"/>
  <p:tag name="KSO_WM_UNIT_LAYERLEVEL" val="1"/>
  <p:tag name="KSO_WM_TAG_VERSION" val="1.0"/>
  <p:tag name="KSO_WM_BEAUTIFY_FLAG" val="#wm#"/>
</p:tagLst>
</file>

<file path=ppt/tags/tag42.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8**"/>
  <p:tag name="KSO_WM_UNIT_LAYERLEVEL" val="1"/>
  <p:tag name="KSO_WM_TAG_VERSION" val="1.0"/>
  <p:tag name="KSO_WM_BEAUTIFY_FLAG" val="#wm#"/>
</p:tagLst>
</file>

<file path=ppt/tags/tag43.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9**"/>
  <p:tag name="KSO_WM_UNIT_LAYERLEVEL" val="1"/>
  <p:tag name="KSO_WM_TAG_VERSION" val="1.0"/>
  <p:tag name="KSO_WM_BEAUTIFY_FLAG" val="#wm#"/>
</p:tagLst>
</file>

<file path=ppt/tags/tag44.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9**"/>
  <p:tag name="KSO_WM_UNIT_LAYERLEVEL" val="1"/>
  <p:tag name="KSO_WM_TAG_VERSION" val="1.0"/>
  <p:tag name="KSO_WM_BEAUTIFY_FLAG" val="#wm#"/>
</p:tagLst>
</file>

<file path=ppt/tags/tag45.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9**"/>
  <p:tag name="KSO_WM_UNIT_LAYERLEVEL" val="1"/>
  <p:tag name="KSO_WM_TAG_VERSION" val="1.0"/>
  <p:tag name="KSO_WM_BEAUTIFY_FLAG" val="#wm#"/>
</p:tagLst>
</file>

<file path=ppt/tags/tag46.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9**"/>
  <p:tag name="KSO_WM_UNIT_LAYERLEVEL" val="1"/>
  <p:tag name="KSO_WM_TAG_VERSION" val="1.0"/>
  <p:tag name="KSO_WM_BEAUTIFY_FLAG" val="#wm#"/>
</p:tagLst>
</file>

<file path=ppt/tags/tag47.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9**"/>
  <p:tag name="KSO_WM_UNIT_LAYERLEVEL" val="1"/>
  <p:tag name="KSO_WM_TAG_VERSION" val="1.0"/>
  <p:tag name="KSO_WM_BEAUTIFY_FLAG" val="#wm#"/>
</p:tagLst>
</file>

<file path=ppt/tags/tag48.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10**"/>
  <p:tag name="KSO_WM_UNIT_LAYERLEVEL" val="1"/>
  <p:tag name="KSO_WM_TAG_VERSION" val="1.0"/>
  <p:tag name="KSO_WM_BEAUTIFY_FLAG" val="#wm#"/>
</p:tagLst>
</file>

<file path=ppt/tags/tag49.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10**"/>
  <p:tag name="KSO_WM_UNIT_LAYERLEVEL" val="1"/>
  <p:tag name="KSO_WM_TAG_VERSION" val="1.0"/>
  <p:tag name="KSO_WM_BEAUTIFY_FLAG" val="#wm#"/>
</p:tagLst>
</file>

<file path=ppt/tags/tag50.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10**"/>
  <p:tag name="KSO_WM_UNIT_LAYERLEVEL" val="1"/>
  <p:tag name="KSO_WM_TAG_VERSION" val="1.0"/>
  <p:tag name="KSO_WM_BEAUTIFY_FLAG" val="#wm#"/>
</p:tagLst>
</file>

<file path=ppt/tags/tag51.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10**"/>
  <p:tag name="KSO_WM_UNIT_LAYERLEVEL" val="1"/>
  <p:tag name="KSO_WM_TAG_VERSION" val="1.0"/>
  <p:tag name="KSO_WM_BEAUTIFY_FLAG" val="#wm#"/>
</p:tagLst>
</file>

<file path=ppt/tags/tag52.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11**"/>
  <p:tag name="KSO_WM_UNIT_LAYERLEVEL" val="1"/>
  <p:tag name="KSO_WM_TAG_VERSION" val="1.0"/>
  <p:tag name="KSO_WM_BEAUTIFY_FLAG" val="#wm#"/>
</p:tagLst>
</file>

<file path=ppt/tags/tag53.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11**"/>
  <p:tag name="KSO_WM_UNIT_LAYERLEVEL" val="1"/>
  <p:tag name="KSO_WM_TAG_VERSION" val="1.0"/>
  <p:tag name="KSO_WM_BEAUTIFY_FLAG" val="#wm#"/>
</p:tagLst>
</file>

<file path=ppt/tags/tag54.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11**"/>
  <p:tag name="KSO_WM_UNIT_LAYERLEVEL" val="1"/>
  <p:tag name="KSO_WM_TAG_VERSION" val="1.0"/>
  <p:tag name="KSO_WM_BEAUTIFY_FLAG" val="#wm#"/>
</p:tagLst>
</file>

<file path=ppt/tags/tag55.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11**"/>
  <p:tag name="KSO_WM_UNIT_LAYERLEVEL" val="1"/>
  <p:tag name="KSO_WM_TAG_VERSION" val="1.0"/>
  <p:tag name="KSO_WM_BEAUTIFY_FLAG" val="#wm#"/>
</p:tagLst>
</file>

<file path=ppt/tags/tag56.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11**"/>
  <p:tag name="KSO_WM_UNIT_LAYERLEVEL" val="1"/>
  <p:tag name="KSO_WM_TAG_VERSION" val="1.0"/>
  <p:tag name="KSO_WM_BEAUTIFY_FLAG" val="#wm#"/>
</p:tagLst>
</file>

<file path=ppt/tags/tag57.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0**"/>
  <p:tag name="KSO_WM_UNIT_LAYERLEVEL" val="1"/>
  <p:tag name="KSO_WM_TAG_VERSION" val="1.0"/>
  <p:tag name="KSO_WM_BEAUTIFY_FLAG" val="#wm#"/>
  <p:tag name="KSO_WM_TEMPLATE_CATEGORY" val="custom"/>
  <p:tag name="KSO_WM_TEMPLATE_INDEX" val="20205081"/>
</p:tagLst>
</file>

<file path=ppt/tags/tag58.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0**"/>
  <p:tag name="KSO_WM_UNIT_LAYERLEVEL" val="1"/>
  <p:tag name="KSO_WM_TAG_VERSION" val="1.0"/>
  <p:tag name="KSO_WM_BEAUTIFY_FLAG" val="#wm#"/>
  <p:tag name="KSO_WM_TEMPLATE_CATEGORY" val="custom"/>
  <p:tag name="KSO_WM_TEMPLATE_INDEX" val="20205081"/>
</p:tagLst>
</file>

<file path=ppt/tags/tag59.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0**"/>
  <p:tag name="KSO_WM_UNIT_LAYERLEVEL" val="1"/>
  <p:tag name="KSO_WM_TAG_VERSION" val="1.0"/>
  <p:tag name="KSO_WM_BEAUTIFY_FLAG" val="#wm#"/>
</p:tagLst>
</file>

<file path=ppt/tags/tag60.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0**"/>
  <p:tag name="KSO_WM_UNIT_LAYERLEVEL" val="1"/>
  <p:tag name="KSO_WM_TAG_VERSION" val="1.0"/>
  <p:tag name="KSO_WM_BEAUTIFY_FLAG" val="#wm#"/>
</p:tagLst>
</file>

<file path=ppt/tags/tag61.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0**"/>
  <p:tag name="KSO_WM_UNIT_LAYERLEVEL" val="1"/>
  <p:tag name="KSO_WM_TAG_VERSION" val="1.0"/>
  <p:tag name="KSO_WM_BEAUTIFY_FLAG" val="#wm#"/>
</p:tagLst>
</file>

<file path=ppt/tags/tag62.xml><?xml version="1.0" encoding="utf-8"?>
<p:tagLst xmlns:p="http://schemas.openxmlformats.org/presentationml/2006/main">
  <p:tag name="KSO_WM_TEMPLATE_THUMBS_INDEX" val="1、4、7、12、13、14、15、16、17、18、20、24、25、28、33、36、40、43、44"/>
  <p:tag name="KSO_WM_TEMPLATE_SUBCATEGORY" val="19"/>
  <p:tag name="KSO_WM_TAG_VERSION" val="1.0"/>
  <p:tag name="KSO_WM_BEAUTIFY_FLAG" val="#wm#"/>
  <p:tag name="KSO_WM_TEMPLATE_CATEGORY" val="custom"/>
  <p:tag name="KSO_WM_TEMPLATE_INDEX" val="20205081"/>
  <p:tag name="KSO_WM_TEMPLATE_MASTER_TYPE" val="0"/>
  <p:tag name="KSO_WM_TEMPLATE_COLOR_TYPE" val="1"/>
  <p:tag name="KSO_WM_UNIT_SHOW_EDIT_AREA_INDICATION" val="1"/>
</p:tagLst>
</file>

<file path=ppt/tags/tag63.xml><?xml version="1.0" encoding="utf-8"?>
<p:tagLst xmlns:p="http://schemas.openxmlformats.org/presentationml/2006/main">
  <p:tag name="KSO_WM_UNIT_ISCONTENTSTITLE" val="0"/>
  <p:tag name="KSO_WM_UNIT_ISNUMDGMTITLE" val="0"/>
  <p:tag name="KSO_WM_UNIT_NOCLEAR" val="0"/>
  <p:tag name="KSO_WM_UNIT_SHOW_EDIT_AREA_INDICATION" val="1"/>
  <p:tag name="KSO_WM_UNIT_VALUE" val="28"/>
  <p:tag name="KSO_WM_UNIT_HIGHLIGHT" val="0"/>
  <p:tag name="KSO_WM_UNIT_COMPATIBLE" val="0"/>
  <p:tag name="KSO_WM_UNIT_DIAGRAM_ISNUMVISUAL" val="0"/>
  <p:tag name="KSO_WM_UNIT_DIAGRAM_ISREFERUNIT" val="0"/>
  <p:tag name="KSO_WM_UNIT_TYPE" val="a"/>
  <p:tag name="KSO_WM_UNIT_INDEX" val="1"/>
  <p:tag name="KSO_WM_UNIT_ID" val="custom20205081_1*a*1"/>
  <p:tag name="KSO_WM_TEMPLATE_CATEGORY" val="custom"/>
  <p:tag name="KSO_WM_TEMPLATE_INDEX" val="20205081"/>
  <p:tag name="KSO_WM_UNIT_LAYERLEVEL" val="1"/>
  <p:tag name="KSO_WM_TAG_VERSION" val="1.0"/>
  <p:tag name="KSO_WM_BEAUTIFY_FLAG" val="#wm#"/>
</p:tagLst>
</file>

<file path=ppt/tags/tag64.xml><?xml version="1.0" encoding="utf-8"?>
<p:tagLst xmlns:p="http://schemas.openxmlformats.org/presentationml/2006/main">
  <p:tag name="KSO_WM_UNIT_ISCONTENTSTITLE" val="0"/>
  <p:tag name="KSO_WM_UNIT_ISNUMDGMTITLE" val="0"/>
  <p:tag name="KSO_WM_UNIT_NOCLEAR" val="0"/>
  <p:tag name="KSO_WM_UNIT_SHOW_EDIT_AREA_INDICATION" val="1"/>
  <p:tag name="KSO_WM_UNIT_VALUE" val="111"/>
  <p:tag name="KSO_WM_UNIT_HIGHLIGHT" val="0"/>
  <p:tag name="KSO_WM_UNIT_COMPATIBLE" val="0"/>
  <p:tag name="KSO_WM_UNIT_DIAGRAM_ISNUMVISUAL" val="0"/>
  <p:tag name="KSO_WM_UNIT_DIAGRAM_ISREFERUNIT" val="0"/>
  <p:tag name="KSO_WM_UNIT_TYPE" val="b"/>
  <p:tag name="KSO_WM_UNIT_INDEX" val="1"/>
  <p:tag name="KSO_WM_UNIT_ID" val="custom20205081_1*b*1"/>
  <p:tag name="KSO_WM_TEMPLATE_CATEGORY" val="custom"/>
  <p:tag name="KSO_WM_TEMPLATE_INDEX" val="20205081"/>
  <p:tag name="KSO_WM_UNIT_LAYERLEVEL" val="1"/>
  <p:tag name="KSO_WM_TAG_VERSION" val="1.0"/>
  <p:tag name="KSO_WM_BEAUTIFY_FLAG" val="#wm#"/>
</p:tagLst>
</file>

<file path=ppt/tags/tag65.xml><?xml version="1.0" encoding="utf-8"?>
<p:tagLst xmlns:p="http://schemas.openxmlformats.org/presentationml/2006/main">
  <p:tag name="KSO_WM_SLIDE_ID" val="custom20205081_1"/>
  <p:tag name="KSO_WM_TEMPLATE_SUBCATEGORY" val="19"/>
  <p:tag name="KSO_WM_TEMPLATE_MASTER_TYPE" val="0"/>
  <p:tag name="KSO_WM_TEMPLATE_COLOR_TYPE" val="1"/>
  <p:tag name="KSO_WM_SLIDE_TYPE" val="title"/>
  <p:tag name="KSO_WM_SLIDE_SUBTYPE" val="defaultBlank"/>
  <p:tag name="KSO_WM_SLIDE_ITEM_CNT" val="0"/>
  <p:tag name="KSO_WM_SLIDE_INDEX" val="1"/>
  <p:tag name="KSO_WM_TAG_VERSION" val="1.0"/>
  <p:tag name="KSO_WM_BEAUTIFY_FLAG" val="#wm#"/>
  <p:tag name="KSO_WM_TEMPLATE_CATEGORY" val="custom"/>
  <p:tag name="KSO_WM_TEMPLATE_INDEX" val="20205081"/>
  <p:tag name="KSO_WM_SLIDE_LAYOUT" val="a_b"/>
  <p:tag name="KSO_WM_SLIDE_LAYOUT_CNT" val="1_1"/>
  <p:tag name="KSO_WM_UNIT_SHOW_EDIT_AREA_INDICATION" val="1"/>
  <p:tag name="KSO_WM_TEMPLATE_THUMBS_INDEX" val="1、4、7、12、13、14、15、16、17、18、20、24、25、28、33、36、40、43、44"/>
</p:tagLst>
</file>

<file path=ppt/tags/tag66.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2**"/>
  <p:tag name="KSO_WM_UNIT_LAYERLEVEL" val="1"/>
  <p:tag name="KSO_WM_TAG_VERSION" val="1.0"/>
  <p:tag name="KSO_WM_BEAUTIFY_FLAG" val="#wm#"/>
</p:tagLst>
</file>

<file path=ppt/tags/tag67.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2**"/>
  <p:tag name="KSO_WM_UNIT_LAYERLEVEL" val="1"/>
  <p:tag name="KSO_WM_TAG_VERSION" val="1.0"/>
  <p:tag name="KSO_WM_BEAUTIFY_FLAG" val="#wm#"/>
</p:tagLst>
</file>

<file path=ppt/tags/tag68.xml><?xml version="1.0" encoding="utf-8"?>
<p:tagLst xmlns:p="http://schemas.openxmlformats.org/presentationml/2006/main">
  <p:tag name="KSO_WM_BEAUTIFY_FLAG" val="#wm#"/>
  <p:tag name="KSO_WM_TEMPLATE_CATEGORY" val="custom"/>
  <p:tag name="KSO_WM_TEMPLATE_INDEX" val="20205081"/>
</p:tagLst>
</file>

<file path=ppt/tags/tag69.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2**"/>
  <p:tag name="KSO_WM_UNIT_LAYERLEVEL" val="1"/>
  <p:tag name="KSO_WM_TAG_VERSION" val="1.0"/>
  <p:tag name="KSO_WM_BEAUTIFY_FLAG" val="#wm#"/>
</p:tagLst>
</file>

<file path=ppt/tags/tag70.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2**"/>
  <p:tag name="KSO_WM_UNIT_LAYERLEVEL" val="1"/>
  <p:tag name="KSO_WM_TAG_VERSION" val="1.0"/>
  <p:tag name="KSO_WM_BEAUTIFY_FLAG" val="#wm#"/>
</p:tagLst>
</file>

<file path=ppt/tags/tag71.xml><?xml version="1.0" encoding="utf-8"?>
<p:tagLst xmlns:p="http://schemas.openxmlformats.org/presentationml/2006/main">
  <p:tag name="KSO_WM_BEAUTIFY_FLAG" val="#wm#"/>
  <p:tag name="KSO_WM_TEMPLATE_CATEGORY" val="custom"/>
  <p:tag name="KSO_WM_TEMPLATE_INDEX" val="20205081"/>
</p:tagLst>
</file>

<file path=ppt/tags/tag72.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2**"/>
  <p:tag name="KSO_WM_UNIT_LAYERLEVEL" val="1"/>
  <p:tag name="KSO_WM_TAG_VERSION" val="1.0"/>
  <p:tag name="KSO_WM_BEAUTIFY_FLAG" val="#wm#"/>
</p:tagLst>
</file>

<file path=ppt/tags/tag73.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2**"/>
  <p:tag name="KSO_WM_UNIT_LAYERLEVEL" val="1"/>
  <p:tag name="KSO_WM_TAG_VERSION" val="1.0"/>
  <p:tag name="KSO_WM_BEAUTIFY_FLAG" val="#wm#"/>
</p:tagLst>
</file>

<file path=ppt/tags/tag74.xml><?xml version="1.0" encoding="utf-8"?>
<p:tagLst xmlns:p="http://schemas.openxmlformats.org/presentationml/2006/main">
  <p:tag name="KSO_WM_BEAUTIFY_FLAG" val="#wm#"/>
  <p:tag name="KSO_WM_TEMPLATE_CATEGORY" val="custom"/>
  <p:tag name="KSO_WM_TEMPLATE_INDEX" val="20205081"/>
</p:tagLst>
</file>

<file path=ppt/tags/tag75.xml><?xml version="1.0" encoding="utf-8"?>
<p:tagLst xmlns:p="http://schemas.openxmlformats.org/presentationml/2006/main">
  <p:tag name="KSO_WM_BEAUTIFY_FLAG" val="#wm#"/>
  <p:tag name="KSO_WM_TEMPLATE_CATEGORY" val="custom"/>
  <p:tag name="KSO_WM_TEMPLATE_INDEX" val="20205081"/>
</p:tagLst>
</file>

<file path=ppt/tags/tag76.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1**"/>
  <p:tag name="KSO_WM_UNIT_LAYERLEVEL" val="1"/>
  <p:tag name="KSO_WM_TAG_VERSION" val="1.0"/>
  <p:tag name="KSO_WM_BEAUTIFY_FLAG" val="#wm#"/>
</p:tagLst>
</file>

<file path=ppt/tags/tag77.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1**"/>
  <p:tag name="KSO_WM_UNIT_LAYERLEVEL" val="1"/>
  <p:tag name="KSO_WM_TAG_VERSION" val="1.0"/>
  <p:tag name="KSO_WM_BEAUTIFY_FLAG" val="#wm#"/>
</p:tagLst>
</file>

<file path=ppt/tags/tag78.xml><?xml version="1.0" encoding="utf-8"?>
<p:tagLst xmlns:p="http://schemas.openxmlformats.org/presentationml/2006/main">
  <p:tag name="KSO_WM_BEAUTIFY_FLAG" val="#wm#"/>
  <p:tag name="KSO_WM_TEMPLATE_CATEGORY" val="custom"/>
  <p:tag name="KSO_WM_TEMPLATE_INDEX" val="20205081"/>
</p:tagLst>
</file>

<file path=ppt/tags/tag79.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2**"/>
  <p:tag name="KSO_WM_UNIT_LAYERLEVEL" val="1"/>
  <p:tag name="KSO_WM_TAG_VERSION" val="1.0"/>
  <p:tag name="KSO_WM_BEAUTIFY_FLAG" val="#wm#"/>
</p:tagLst>
</file>

<file path=ppt/tags/tag80.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2**"/>
  <p:tag name="KSO_WM_UNIT_LAYERLEVEL" val="1"/>
  <p:tag name="KSO_WM_TAG_VERSION" val="1.0"/>
  <p:tag name="KSO_WM_BEAUTIFY_FLAG" val="#wm#"/>
</p:tagLst>
</file>

<file path=ppt/tags/tag81.xml><?xml version="1.0" encoding="utf-8"?>
<p:tagLst xmlns:p="http://schemas.openxmlformats.org/presentationml/2006/main">
  <p:tag name="KSO_WM_BEAUTIFY_FLAG" val="#wm#"/>
  <p:tag name="KSO_WM_TEMPLATE_CATEGORY" val="custom"/>
  <p:tag name="KSO_WM_TEMPLATE_INDEX" val="20205081"/>
</p:tagLst>
</file>

<file path=ppt/tags/tag82.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2**"/>
  <p:tag name="KSO_WM_UNIT_LAYERLEVEL" val="1"/>
  <p:tag name="KSO_WM_TAG_VERSION" val="1.0"/>
  <p:tag name="KSO_WM_BEAUTIFY_FLAG" val="#wm#"/>
</p:tagLst>
</file>

<file path=ppt/tags/tag83.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2**"/>
  <p:tag name="KSO_WM_UNIT_LAYERLEVEL" val="1"/>
  <p:tag name="KSO_WM_TAG_VERSION" val="1.0"/>
  <p:tag name="KSO_WM_BEAUTIFY_FLAG" val="#wm#"/>
</p:tagLst>
</file>

<file path=ppt/tags/tag84.xml><?xml version="1.0" encoding="utf-8"?>
<p:tagLst xmlns:p="http://schemas.openxmlformats.org/presentationml/2006/main">
  <p:tag name="KSO_WM_BEAUTIFY_FLAG" val="#wm#"/>
  <p:tag name="KSO_WM_TEMPLATE_CATEGORY" val="custom"/>
  <p:tag name="KSO_WM_TEMPLATE_INDEX" val="20205081"/>
</p:tagLst>
</file>

<file path=ppt/tags/tag85.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2**"/>
  <p:tag name="KSO_WM_UNIT_LAYERLEVEL" val="1"/>
  <p:tag name="KSO_WM_TAG_VERSION" val="1.0"/>
  <p:tag name="KSO_WM_BEAUTIFY_FLAG" val="#wm#"/>
</p:tagLst>
</file>

<file path=ppt/tags/tag86.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2**"/>
  <p:tag name="KSO_WM_UNIT_LAYERLEVEL" val="1"/>
  <p:tag name="KSO_WM_TAG_VERSION" val="1.0"/>
  <p:tag name="KSO_WM_BEAUTIFY_FLAG" val="#wm#"/>
</p:tagLst>
</file>

<file path=ppt/tags/tag87.xml><?xml version="1.0" encoding="utf-8"?>
<p:tagLst xmlns:p="http://schemas.openxmlformats.org/presentationml/2006/main">
  <p:tag name="KSO_WM_BEAUTIFY_FLAG" val="#wm#"/>
  <p:tag name="KSO_WM_TEMPLATE_CATEGORY" val="custom"/>
  <p:tag name="KSO_WM_TEMPLATE_INDEX" val="20205081"/>
</p:tagLst>
</file>

<file path=ppt/tags/tag88.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2**"/>
  <p:tag name="KSO_WM_UNIT_LAYERLEVEL" val="1"/>
  <p:tag name="KSO_WM_TAG_VERSION" val="1.0"/>
  <p:tag name="KSO_WM_BEAUTIFY_FLAG" val="#wm#"/>
</p:tagLst>
</file>

<file path=ppt/tags/tag89.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2**"/>
  <p:tag name="KSO_WM_UNIT_LAYERLEVEL" val="1"/>
  <p:tag name="KSO_WM_TAG_VERSION" val="1.0"/>
  <p:tag name="KSO_WM_BEAUTIFY_FLAG" val="#wm#"/>
</p:tagLst>
</file>

<file path=ppt/tags/tag90.xml><?xml version="1.0" encoding="utf-8"?>
<p:tagLst xmlns:p="http://schemas.openxmlformats.org/presentationml/2006/main">
  <p:tag name="KSO_WM_BEAUTIFY_FLAG" val="#wm#"/>
  <p:tag name="KSO_WM_TEMPLATE_CATEGORY" val="custom"/>
  <p:tag name="KSO_WM_TEMPLATE_INDEX" val="20205081"/>
</p:tagLst>
</file>

<file path=ppt/tags/tag91.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2**"/>
  <p:tag name="KSO_WM_UNIT_LAYERLEVEL" val="1"/>
  <p:tag name="KSO_WM_TAG_VERSION" val="1.0"/>
  <p:tag name="KSO_WM_BEAUTIFY_FLAG" val="#wm#"/>
</p:tagLst>
</file>

<file path=ppt/tags/tag92.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2**"/>
  <p:tag name="KSO_WM_UNIT_LAYERLEVEL" val="1"/>
  <p:tag name="KSO_WM_TAG_VERSION" val="1.0"/>
  <p:tag name="KSO_WM_BEAUTIFY_FLAG" val="#wm#"/>
</p:tagLst>
</file>

<file path=ppt/tags/tag93.xml><?xml version="1.0" encoding="utf-8"?>
<p:tagLst xmlns:p="http://schemas.openxmlformats.org/presentationml/2006/main">
  <p:tag name="KSO_WM_BEAUTIFY_FLAG" val="#wm#"/>
  <p:tag name="KSO_WM_TEMPLATE_CATEGORY" val="custom"/>
  <p:tag name="KSO_WM_TEMPLATE_INDEX" val="20205081"/>
</p:tagLst>
</file>

<file path=ppt/tags/tag94.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2**"/>
  <p:tag name="KSO_WM_UNIT_LAYERLEVEL" val="1"/>
  <p:tag name="KSO_WM_TAG_VERSION" val="1.0"/>
  <p:tag name="KSO_WM_BEAUTIFY_FLAG" val="#wm#"/>
</p:tagLst>
</file>

<file path=ppt/tags/tag95.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2**"/>
  <p:tag name="KSO_WM_UNIT_LAYERLEVEL" val="1"/>
  <p:tag name="KSO_WM_TAG_VERSION" val="1.0"/>
  <p:tag name="KSO_WM_BEAUTIFY_FLAG" val="#wm#"/>
</p:tagLst>
</file>

<file path=ppt/tags/tag96.xml><?xml version="1.0" encoding="utf-8"?>
<p:tagLst xmlns:p="http://schemas.openxmlformats.org/presentationml/2006/main">
  <p:tag name="KSO_WM_BEAUTIFY_FLAG" val="#wm#"/>
  <p:tag name="KSO_WM_TEMPLATE_CATEGORY" val="custom"/>
  <p:tag name="KSO_WM_TEMPLATE_INDEX" val="20205081"/>
</p:tagLst>
</file>

<file path=ppt/tags/tag97.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1**"/>
  <p:tag name="KSO_WM_UNIT_LAYERLEVEL" val="1"/>
  <p:tag name="KSO_WM_TAG_VERSION" val="1.0"/>
  <p:tag name="KSO_WM_BEAUTIFY_FLAG" val="#wm#"/>
</p:tagLst>
</file>

<file path=ppt/tags/tag98.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1**"/>
  <p:tag name="KSO_WM_UNIT_LAYERLEVEL" val="1"/>
  <p:tag name="KSO_WM_TAG_VERSION" val="1.0"/>
  <p:tag name="KSO_WM_BEAUTIFY_FLAG" val="#wm#"/>
</p:tagLst>
</file>

<file path=ppt/tags/tag99.xml><?xml version="1.0" encoding="utf-8"?>
<p:tagLst xmlns:p="http://schemas.openxmlformats.org/presentationml/2006/main">
  <p:tag name="KSO_WM_BEAUTIFY_FLAG" val="#wm#"/>
  <p:tag name="KSO_WM_TEMPLATE_CATEGORY" val="custom"/>
  <p:tag name="KSO_WM_TEMPLATE_INDEX" val="20205081"/>
</p:tagLst>
</file>

<file path=ppt/theme/theme1.xml><?xml version="1.0" encoding="utf-8"?>
<a:theme xmlns:a="http://schemas.openxmlformats.org/drawingml/2006/main" name="WPS">
  <a:themeElements>
    <a:clrScheme name="WPS">
      <a:dk1>
        <a:sysClr val="windowText" lastClr="000000"/>
      </a:dk1>
      <a:lt1>
        <a:sysClr val="window" lastClr="FFFFFF"/>
      </a:lt1>
      <a:dk2>
        <a:srgbClr val="44546A"/>
      </a:dk2>
      <a:lt2>
        <a:srgbClr val="E7E6E6"/>
      </a:lt2>
      <a:accent1>
        <a:srgbClr val="4874CB"/>
      </a:accent1>
      <a:accent2>
        <a:srgbClr val="EE822F"/>
      </a:accent2>
      <a:accent3>
        <a:srgbClr val="F2BA02"/>
      </a:accent3>
      <a:accent4>
        <a:srgbClr val="75BD42"/>
      </a:accent4>
      <a:accent5>
        <a:srgbClr val="30C0B4"/>
      </a:accent5>
      <a:accent6>
        <a:srgbClr val="E54C5E"/>
      </a:accent6>
      <a:hlink>
        <a:srgbClr val="0026E5"/>
      </a:hlink>
      <a:folHlink>
        <a:srgbClr val="7E1FAD"/>
      </a:folHlink>
    </a:clrScheme>
    <a:fontScheme name="WPS">
      <a:majorFont>
        <a:latin typeface="Arial"/>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WPS">
      <a:fillStyleLst>
        <a:solidFill>
          <a:schemeClr val="phClr"/>
        </a:solidFill>
        <a:gradFill>
          <a:gsLst>
            <a:gs pos="0">
              <a:schemeClr val="phClr">
                <a:lumOff val="17500"/>
              </a:schemeClr>
            </a:gs>
            <a:gs pos="100000">
              <a:schemeClr val="phClr"/>
            </a:gs>
          </a:gsLst>
          <a:lin ang="2700000" scaled="0"/>
        </a:gradFill>
        <a:gradFill>
          <a:gsLst>
            <a:gs pos="0">
              <a:schemeClr val="phClr">
                <a:hueOff val="-2520000"/>
              </a:schemeClr>
            </a:gs>
            <a:gs pos="100000">
              <a:schemeClr val="phClr"/>
            </a:gs>
          </a:gsLst>
          <a:lin ang="2700000" scaled="0"/>
        </a:gradFill>
      </a:fillStyleLst>
      <a:lnStyleLst>
        <a:ln w="12700" cap="flat" cmpd="sng" algn="ctr">
          <a:solidFill>
            <a:schemeClr val="phClr"/>
          </a:solidFill>
          <a:prstDash val="solid"/>
          <a:miter lim="800000"/>
        </a:ln>
        <a:ln w="12700" cap="flat" cmpd="sng" algn="ctr">
          <a:solidFill>
            <a:schemeClr val="phClr"/>
          </a:solidFill>
          <a:prstDash val="solid"/>
          <a:miter lim="800000"/>
        </a:ln>
        <a:ln w="12700" cap="flat" cmpd="sng" algn="ctr">
          <a:gradFill>
            <a:gsLst>
              <a:gs pos="0">
                <a:schemeClr val="phClr">
                  <a:hueOff val="-4200000"/>
                </a:schemeClr>
              </a:gs>
              <a:gs pos="100000">
                <a:schemeClr val="phClr"/>
              </a:gs>
            </a:gsLst>
            <a:lin ang="2700000" scaled="1"/>
          </a:gradFill>
          <a:prstDash val="solid"/>
          <a:miter lim="800000"/>
        </a:ln>
      </a:lnStyleLst>
      <a:effectStyleLst>
        <a:effectStyle>
          <a:effectLst>
            <a:outerShdw blurRad="101600" dist="50800" dir="5400000" algn="ctr" rotWithShape="0">
              <a:schemeClr val="phClr">
                <a:alpha val="60000"/>
              </a:schemeClr>
            </a:outerShdw>
          </a:effectLst>
        </a:effectStyle>
        <a:effectStyle>
          <a:effectLst>
            <a:reflection stA="50000" endA="300" endPos="40000" dist="25400" dir="5400000" sy="-100000" algn="bl" rotWithShape="0"/>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0</TotalTime>
  <Words>3992</Words>
  <Application>WPS Presentation</Application>
  <PresentationFormat>Widescreen</PresentationFormat>
  <Paragraphs>129</Paragraphs>
  <Slides>13</Slides>
  <Notes>0</Notes>
  <HiddenSlides>0</HiddenSlides>
  <MMClips>0</MMClips>
  <ScaleCrop>false</ScaleCrop>
  <HeadingPairs>
    <vt:vector size="6" baseType="variant">
      <vt:variant>
        <vt:lpstr>已用的字体</vt:lpstr>
      </vt:variant>
      <vt:variant>
        <vt:i4>12</vt:i4>
      </vt:variant>
      <vt:variant>
        <vt:lpstr>主题</vt:lpstr>
      </vt:variant>
      <vt:variant>
        <vt:i4>1</vt:i4>
      </vt:variant>
      <vt:variant>
        <vt:lpstr>幻灯片标题</vt:lpstr>
      </vt:variant>
      <vt:variant>
        <vt:i4>13</vt:i4>
      </vt:variant>
    </vt:vector>
  </HeadingPairs>
  <TitlesOfParts>
    <vt:vector size="26" baseType="lpstr">
      <vt:lpstr>Arial</vt:lpstr>
      <vt:lpstr>SimSun</vt:lpstr>
      <vt:lpstr>Wingdings</vt:lpstr>
      <vt:lpstr>Wingdings</vt:lpstr>
      <vt:lpstr>Microsoft YaHei</vt:lpstr>
      <vt:lpstr>汉仪旗黑</vt:lpstr>
      <vt:lpstr>Arial Unicode MS</vt:lpstr>
      <vt:lpstr>Calibri</vt:lpstr>
      <vt:lpstr>Helvetica Neue</vt:lpstr>
      <vt:lpstr>宋体-简</vt:lpstr>
      <vt:lpstr>Arial Bold</vt:lpstr>
      <vt:lpstr>Arial</vt:lpstr>
      <vt:lpstr>WPS</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vector>
  </TitlesOfParts>
  <LinksUpToDate>false</LinksUpToDate>
  <SharedDoc>false</SharedDoc>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Introduction to IoT System – Educational Platforms: Arduino and Raspberry Pi</dc:title>
  <dc:creator>suratwalavraj</dc:creator>
  <cp:lastModifiedBy>Vraj Suratwala</cp:lastModifiedBy>
  <cp:revision>2</cp:revision>
  <dcterms:created xsi:type="dcterms:W3CDTF">2026-09-05T14:20:50Z</dcterms:created>
  <dcterms:modified xsi:type="dcterms:W3CDTF">2026-09-05T14:20:50Z</dcterms:modified>
</cp:coreProperties>
</file>

<file path=docProps/custom.xml><?xml version="1.0" encoding="utf-8"?>
<Properties xmlns="http://schemas.openxmlformats.org/officeDocument/2006/custom-properties" xmlns:vt="http://schemas.openxmlformats.org/officeDocument/2006/docPropsVTypes">
  <property fmtid="{D5CDD505-2E9C-101B-9397-08002B2CF9AE}" pid="2" name="KSOProductBuildVer">
    <vt:lpwstr>1033-12.1.26015.26015</vt:lpwstr>
  </property>
  <property fmtid="{D5CDD505-2E9C-101B-9397-08002B2CF9AE}" pid="3" name="ICV">
    <vt:lpwstr>4901DB683787F8EC42259C6A98CC7F6D_43</vt:lpwstr>
  </property>
</Properties>
</file>