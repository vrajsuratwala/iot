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68.xml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7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4.xml"/><Relationship Id="rId3" Type="http://schemas.openxmlformats.org/officeDocument/2006/relationships/image" Target="../media/image5.png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7.xml"/><Relationship Id="rId3" Type="http://schemas.openxmlformats.org/officeDocument/2006/relationships/image" Target="../media/image6.png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80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2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tags" Target="../tags/tag8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tags" Target="../tags/tag83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7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tags" Target="../tags/tag86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tags" Target="../tags/tag88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3.xml"/><Relationship Id="rId3" Type="http://schemas.openxmlformats.org/officeDocument/2006/relationships/image" Target="../media/image13.png"/><Relationship Id="rId2" Type="http://schemas.openxmlformats.org/officeDocument/2006/relationships/tags" Target="../tags/tag92.xml"/><Relationship Id="rId1" Type="http://schemas.openxmlformats.org/officeDocument/2006/relationships/tags" Target="../tags/tag91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6.xml"/><Relationship Id="rId3" Type="http://schemas.openxmlformats.org/officeDocument/2006/relationships/image" Target="../media/image14.png"/><Relationship Id="rId2" Type="http://schemas.openxmlformats.org/officeDocument/2006/relationships/tags" Target="../tags/tag95.xml"/><Relationship Id="rId1" Type="http://schemas.openxmlformats.org/officeDocument/2006/relationships/tags" Target="../tags/tag9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en-US"/>
              <a:t>Basic Python Concept Needed for Raspberry Pi Programming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Vraj Suratwala</a:t>
            </a:r>
            <a:endParaRPr lang="en-US"/>
          </a:p>
          <a:p>
            <a:r>
              <a:rPr lang="en-US"/>
              <a:t>Department of ICT, VNSGU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Dictionary in Python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85800" y="1490345"/>
            <a:ext cx="7103745" cy="508190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500" y="3187700"/>
            <a:ext cx="4254500" cy="367030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6179820" cy="612267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9820" y="0"/>
            <a:ext cx="5473700" cy="477520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7376160" cy="685863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Date &amp; Number Formatting in Python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40410" y="1490345"/>
            <a:ext cx="6188710" cy="47593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IMP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83895" y="1490345"/>
            <a:ext cx="6773545" cy="47593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rcRect r="53738"/>
          <a:stretch>
            <a:fillRect/>
          </a:stretch>
        </p:blipFill>
        <p:spPr>
          <a:xfrm>
            <a:off x="7885430" y="4711700"/>
            <a:ext cx="4306570" cy="214630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5345430" cy="685736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1230" y="0"/>
            <a:ext cx="607822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Command Line Arguments in Python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Command-line arguments are values supplied to a Python program when the program is executed from the command line.</a:t>
            </a:r>
            <a:endParaRPr lang="en-US" altLang="en-US"/>
          </a:p>
          <a:p>
            <a:r>
              <a:rPr lang="en-US" altLang="en-US"/>
              <a:t>They allow users to provide input without modifying the program's source code.</a:t>
            </a:r>
            <a:endParaRPr lang="en-US" altLang="en-US"/>
          </a:p>
          <a:p>
            <a:r>
              <a:rPr lang="en-US" altLang="en-US"/>
              <a:t>Python provides the sys module to access command-line arguments.</a:t>
            </a:r>
            <a:endParaRPr lang="en-US" altLang="en-US"/>
          </a:p>
          <a:p>
            <a:pPr lvl="1"/>
            <a:r>
              <a:rPr lang="en-US" altLang="en-US"/>
              <a:t>Allows dynamic input.</a:t>
            </a:r>
            <a:endParaRPr lang="en-US" altLang="en-US"/>
          </a:p>
          <a:p>
            <a:pPr lvl="1"/>
            <a:r>
              <a:rPr lang="en-US" altLang="en-US"/>
              <a:t>Useful for automation and scripting.</a:t>
            </a:r>
            <a:endParaRPr lang="en-US" altLang="en-US"/>
          </a:p>
          <a:p>
            <a:pPr lvl="1"/>
            <a:r>
              <a:rPr lang="en-US" altLang="en-US"/>
              <a:t>Avoids hard-coding input values.</a:t>
            </a:r>
            <a:endParaRPr lang="en-US" altLang="en-US"/>
          </a:p>
          <a:p>
            <a:pPr lvl="1"/>
            <a:r>
              <a:rPr lang="en-US" altLang="en-US"/>
              <a:t>Useful for executing programs with different parameters.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5316855" cy="680466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rcRect t="7537"/>
          <a:stretch>
            <a:fillRect/>
          </a:stretch>
        </p:blipFill>
        <p:spPr>
          <a:xfrm>
            <a:off x="6000750" y="1595755"/>
            <a:ext cx="5765800" cy="39338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sym typeface="+mn-ea"/>
              </a:rPr>
              <a:t>File Handling in Python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File handling refers to the process of creating, opening, reading, writing, updating, and closing files using a Python program.</a:t>
            </a:r>
            <a:endParaRPr lang="en-US" altLang="en-US"/>
          </a:p>
          <a:p>
            <a:r>
              <a:rPr lang="en-US" altLang="en-US"/>
              <a:t>Python provides the built-in open() function for file handling.</a:t>
            </a:r>
            <a:endParaRPr lang="en-US" altLang="en-US"/>
          </a:p>
          <a:p>
            <a:r>
              <a:rPr lang="en-US" altLang="en-US"/>
              <a:t>Opening a File</a:t>
            </a:r>
            <a:endParaRPr lang="en-US" altLang="en-US"/>
          </a:p>
          <a:p>
            <a:pPr lvl="1"/>
            <a:r>
              <a:rPr lang="en-US" altLang="en-US"/>
              <a:t>Syntax</a:t>
            </a:r>
            <a:endParaRPr lang="en-US" altLang="en-US"/>
          </a:p>
          <a:p>
            <a:pPr lvl="1"/>
            <a:r>
              <a:rPr lang="en-US" altLang="en-US"/>
              <a:t>open(filename, mode)</a:t>
            </a:r>
            <a:endParaRPr lang="en-US" altLang="en-US"/>
          </a:p>
          <a:p>
            <a:pPr lvl="1"/>
            <a:r>
              <a:rPr lang="en-US" altLang="en-US"/>
              <a:t>Example:</a:t>
            </a:r>
            <a:endParaRPr lang="en-US" altLang="en-US"/>
          </a:p>
          <a:p>
            <a:pPr lvl="1"/>
            <a:r>
              <a:rPr lang="en-US" altLang="en-US"/>
              <a:t>file = open("data.txt", "r")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sym typeface="+mn-ea"/>
              </a:rPr>
              <a:t>File Opening Modes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Mode		Meaning</a:t>
            </a:r>
            <a:endParaRPr lang="en-US" altLang="en-US"/>
          </a:p>
          <a:p>
            <a:r>
              <a:rPr lang="en-US" altLang="en-US"/>
              <a:t>r		Read</a:t>
            </a:r>
            <a:endParaRPr lang="en-US" altLang="en-US"/>
          </a:p>
          <a:p>
            <a:r>
              <a:rPr lang="en-US" altLang="en-US"/>
              <a:t>w		Write</a:t>
            </a:r>
            <a:endParaRPr lang="en-US" altLang="en-US"/>
          </a:p>
          <a:p>
            <a:r>
              <a:rPr lang="en-US" altLang="en-US"/>
              <a:t>a		Append</a:t>
            </a:r>
            <a:endParaRPr lang="en-US" altLang="en-US"/>
          </a:p>
          <a:p>
            <a:r>
              <a:rPr lang="en-US" altLang="en-US"/>
              <a:t>x		Create a new file</a:t>
            </a:r>
            <a:endParaRPr lang="en-US" altLang="en-US"/>
          </a:p>
          <a:p>
            <a:r>
              <a:rPr lang="en-US" altLang="en-US"/>
              <a:t>r+		Read and write</a:t>
            </a:r>
            <a:endParaRPr lang="en-US" altLang="en-US"/>
          </a:p>
          <a:p>
            <a:r>
              <a:rPr lang="en-US" altLang="en-US"/>
              <a:t>b		Binary mode</a:t>
            </a:r>
            <a:endParaRPr lang="en-US" altLang="en-US"/>
          </a:p>
          <a:p>
            <a:r>
              <a:rPr lang="en-US" altLang="en-US"/>
              <a:t>t		Text mode</a:t>
            </a: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730" y="0"/>
            <a:ext cx="546227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Reading Methods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read()</a:t>
            </a:r>
            <a:endParaRPr lang="en-US" altLang="en-US"/>
          </a:p>
          <a:p>
            <a:pPr lvl="1"/>
            <a:r>
              <a:rPr lang="en-US" altLang="en-US"/>
              <a:t>Reads the entire file.</a:t>
            </a:r>
            <a:endParaRPr lang="en-US" altLang="en-US"/>
          </a:p>
          <a:p>
            <a:pPr lvl="1"/>
            <a:r>
              <a:rPr lang="en-US" altLang="en-US"/>
              <a:t>file.read()</a:t>
            </a:r>
            <a:endParaRPr lang="en-US" altLang="en-US"/>
          </a:p>
          <a:p>
            <a:r>
              <a:rPr lang="en-US" altLang="en-US"/>
              <a:t>readline()</a:t>
            </a:r>
            <a:endParaRPr lang="en-US" altLang="en-US"/>
          </a:p>
          <a:p>
            <a:pPr lvl="1"/>
            <a:r>
              <a:rPr lang="en-US" altLang="en-US"/>
              <a:t>Reads one line.</a:t>
            </a:r>
            <a:endParaRPr lang="en-US" altLang="en-US"/>
          </a:p>
          <a:p>
            <a:pPr lvl="1"/>
            <a:r>
              <a:rPr lang="en-US" altLang="en-US"/>
              <a:t>file.readline()</a:t>
            </a:r>
            <a:endParaRPr lang="en-US" altLang="en-US"/>
          </a:p>
          <a:p>
            <a:r>
              <a:rPr lang="en-US" altLang="en-US"/>
              <a:t>readlines()</a:t>
            </a:r>
            <a:endParaRPr lang="en-US" altLang="en-US"/>
          </a:p>
          <a:p>
            <a:pPr lvl="1"/>
            <a:r>
              <a:rPr lang="en-US" altLang="en-US"/>
              <a:t>Reads all lines and returns them as a list.</a:t>
            </a:r>
            <a:endParaRPr lang="en-US" altLang="en-US"/>
          </a:p>
          <a:p>
            <a:pPr lvl="1"/>
            <a:r>
              <a:rPr lang="en-US" altLang="en-US"/>
              <a:t>file.readlines()</a:t>
            </a: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115" y="0"/>
            <a:ext cx="5810885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1156</Words>
  <Application>WPS Presentation</Application>
  <PresentationFormat>Widescreen</PresentationFormat>
  <Paragraphs>54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SimSun</vt:lpstr>
      <vt:lpstr>Wingdings</vt:lpstr>
      <vt:lpstr>Wingdings</vt:lpstr>
      <vt:lpstr>Microsoft YaHei</vt:lpstr>
      <vt:lpstr>汉仪旗黑</vt:lpstr>
      <vt:lpstr>Arial Unicode MS</vt:lpstr>
      <vt:lpstr>Calibri</vt:lpstr>
      <vt:lpstr>Helvetica Neue</vt:lpstr>
      <vt:lpstr>宋体-简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Python Concept Needed for Raspberry Pi Programming</dc:title>
  <dc:creator>suratwalavraj</dc:creator>
  <cp:lastModifiedBy>Vraj Suratwala</cp:lastModifiedBy>
  <cp:revision>2</cp:revision>
  <dcterms:created xsi:type="dcterms:W3CDTF">2026-09-05T20:56:32Z</dcterms:created>
  <dcterms:modified xsi:type="dcterms:W3CDTF">2026-09-05T20:56:32Z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1033-12.1.26015.26015</vt:lpwstr>
  </property>
  <property fmtid="{D5CDD505-2E9C-101B-9397-08002B2CF9AE}" pid="3" name="ICV">
    <vt:lpwstr>4E97A75E83C90C8F3A7F9C6AF6EDD71E_41</vt:lpwstr>
  </property>
</Properties>
</file>